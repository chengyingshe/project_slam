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51" r:id="rId2"/>
    <p:sldId id="452" r:id="rId3"/>
    <p:sldId id="456" r:id="rId4"/>
    <p:sldId id="454" r:id="rId5"/>
    <p:sldId id="455" r:id="rId6"/>
    <p:sldId id="457" r:id="rId7"/>
    <p:sldId id="458" r:id="rId8"/>
    <p:sldId id="459" r:id="rId9"/>
    <p:sldId id="460" r:id="rId10"/>
    <p:sldId id="4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E00BB"/>
    <a:srgbClr val="003AA3"/>
    <a:srgbClr val="FF4B4B"/>
    <a:srgbClr val="D8B9BA"/>
    <a:srgbClr val="99B3D7"/>
    <a:srgbClr val="DC9D9C"/>
    <a:srgbClr val="2800AE"/>
    <a:srgbClr val="014099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66" autoAdjust="0"/>
    <p:restoredTop sz="94578" autoAdjust="0"/>
  </p:normalViewPr>
  <p:slideViewPr>
    <p:cSldViewPr snapToGrid="0">
      <p:cViewPr varScale="1">
        <p:scale>
          <a:sx n="63" d="100"/>
          <a:sy n="63" d="100"/>
        </p:scale>
        <p:origin x="8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0F083-6108-4243-A388-DDB13CB06986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1F93-DC01-482F-AB5B-F81885DA79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931" y="3066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616868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100000">
              <a:srgbClr val="7F0020"/>
            </a:gs>
            <a:gs pos="0">
              <a:srgbClr val="D74034"/>
            </a:gs>
            <a:gs pos="3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80992"/>
            <a:ext cx="10515600" cy="1296015"/>
          </a:xfrm>
        </p:spPr>
        <p:txBody>
          <a:bodyPr anchor="b">
            <a:noAutofit/>
          </a:bodyPr>
          <a:lstStyle>
            <a:lvl1pPr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313"/>
          <a:stretch>
            <a:fillRect/>
          </a:stretch>
        </p:blipFill>
        <p:spPr>
          <a:xfrm>
            <a:off x="0" y="5069225"/>
            <a:ext cx="12192000" cy="1798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328428"/>
            <a:ext cx="2772075" cy="762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email"/>
          <a:srcRect r="416"/>
          <a:stretch>
            <a:fillRect/>
          </a:stretch>
        </p:blipFill>
        <p:spPr>
          <a:xfrm>
            <a:off x="-1" y="5120806"/>
            <a:ext cx="12191999" cy="17599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028590" y="182508"/>
            <a:ext cx="2772075" cy="762828"/>
          </a:xfrm>
          <a:prstGeom prst="rect">
            <a:avLst/>
          </a:prstGeom>
        </p:spPr>
      </p:pic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3" y="182508"/>
            <a:ext cx="8216283" cy="759735"/>
          </a:xfrm>
          <a:solidFill>
            <a:srgbClr val="A40006"/>
          </a:solidFill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 + 校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812" y="325447"/>
            <a:ext cx="2810614" cy="752510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539503" y="2755"/>
            <a:ext cx="10515600" cy="13157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tx2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63600" y="1579654"/>
            <a:ext cx="10309225" cy="46466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549169" y="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信息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1"/>
            <a:ext cx="12192000" cy="1800828"/>
            <a:chOff x="0" y="3476"/>
            <a:chExt cx="5775" cy="853"/>
          </a:xfrm>
          <a:solidFill>
            <a:schemeClr val="accent1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478543" y="0"/>
            <a:ext cx="10515600" cy="13108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单击此处编辑母版标题样式增长一些尝试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质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2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77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zh-CN" alt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生命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3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管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4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890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艺学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Group 4"/>
          <p:cNvGrpSpPr>
            <a:grpSpLocks noChangeAspect="1"/>
          </p:cNvGrpSpPr>
          <p:nvPr userDrawn="1"/>
        </p:nvGrpSpPr>
        <p:grpSpPr bwMode="auto">
          <a:xfrm>
            <a:off x="0" y="5072540"/>
            <a:ext cx="12192000" cy="1800828"/>
            <a:chOff x="0" y="3476"/>
            <a:chExt cx="5775" cy="853"/>
          </a:xfrm>
          <a:solidFill>
            <a:schemeClr val="accent5"/>
          </a:solidFill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16" y="3476"/>
              <a:ext cx="233" cy="823"/>
            </a:xfrm>
            <a:custGeom>
              <a:avLst/>
              <a:gdLst>
                <a:gd name="T0" fmla="*/ 83 w 90"/>
                <a:gd name="T1" fmla="*/ 303 h 308"/>
                <a:gd name="T2" fmla="*/ 63 w 90"/>
                <a:gd name="T3" fmla="*/ 300 h 308"/>
                <a:gd name="T4" fmla="*/ 68 w 90"/>
                <a:gd name="T5" fmla="*/ 270 h 308"/>
                <a:gd name="T6" fmla="*/ 62 w 90"/>
                <a:gd name="T7" fmla="*/ 240 h 308"/>
                <a:gd name="T8" fmla="*/ 64 w 90"/>
                <a:gd name="T9" fmla="*/ 196 h 308"/>
                <a:gd name="T10" fmla="*/ 61 w 90"/>
                <a:gd name="T11" fmla="*/ 180 h 308"/>
                <a:gd name="T12" fmla="*/ 65 w 90"/>
                <a:gd name="T13" fmla="*/ 150 h 308"/>
                <a:gd name="T14" fmla="*/ 60 w 90"/>
                <a:gd name="T15" fmla="*/ 120 h 308"/>
                <a:gd name="T16" fmla="*/ 64 w 90"/>
                <a:gd name="T17" fmla="*/ 91 h 308"/>
                <a:gd name="T18" fmla="*/ 58 w 90"/>
                <a:gd name="T19" fmla="*/ 61 h 308"/>
                <a:gd name="T20" fmla="*/ 62 w 90"/>
                <a:gd name="T21" fmla="*/ 30 h 308"/>
                <a:gd name="T22" fmla="*/ 44 w 90"/>
                <a:gd name="T23" fmla="*/ 0 h 308"/>
                <a:gd name="T24" fmla="*/ 32 w 90"/>
                <a:gd name="T25" fmla="*/ 61 h 308"/>
                <a:gd name="T26" fmla="*/ 27 w 90"/>
                <a:gd name="T27" fmla="*/ 91 h 308"/>
                <a:gd name="T28" fmla="*/ 25 w 90"/>
                <a:gd name="T29" fmla="*/ 150 h 308"/>
                <a:gd name="T30" fmla="*/ 25 w 90"/>
                <a:gd name="T31" fmla="*/ 151 h 308"/>
                <a:gd name="T32" fmla="*/ 22 w 90"/>
                <a:gd name="T33" fmla="*/ 221 h 308"/>
                <a:gd name="T34" fmla="*/ 29 w 90"/>
                <a:gd name="T35" fmla="*/ 241 h 308"/>
                <a:gd name="T36" fmla="*/ 22 w 90"/>
                <a:gd name="T37" fmla="*/ 271 h 308"/>
                <a:gd name="T38" fmla="*/ 13 w 90"/>
                <a:gd name="T39" fmla="*/ 303 h 308"/>
                <a:gd name="T40" fmla="*/ 0 w 90"/>
                <a:gd name="T41" fmla="*/ 305 h 308"/>
                <a:gd name="T42" fmla="*/ 90 w 90"/>
                <a:gd name="T43" fmla="*/ 305 h 308"/>
                <a:gd name="T44" fmla="*/ 58 w 90"/>
                <a:gd name="T45" fmla="*/ 239 h 308"/>
                <a:gd name="T46" fmla="*/ 45 w 90"/>
                <a:gd name="T47" fmla="*/ 154 h 308"/>
                <a:gd name="T48" fmla="*/ 34 w 90"/>
                <a:gd name="T49" fmla="*/ 179 h 308"/>
                <a:gd name="T50" fmla="*/ 55 w 90"/>
                <a:gd name="T51" fmla="*/ 59 h 308"/>
                <a:gd name="T52" fmla="*/ 55 w 90"/>
                <a:gd name="T53" fmla="*/ 59 h 308"/>
                <a:gd name="T54" fmla="*/ 56 w 90"/>
                <a:gd name="T55" fmla="*/ 119 h 308"/>
                <a:gd name="T56" fmla="*/ 45 w 90"/>
                <a:gd name="T57" fmla="*/ 274 h 308"/>
                <a:gd name="T58" fmla="*/ 31 w 90"/>
                <a:gd name="T59" fmla="*/ 300 h 308"/>
                <a:gd name="T60" fmla="*/ 48 w 90"/>
                <a:gd name="T61" fmla="*/ 269 h 308"/>
                <a:gd name="T62" fmla="*/ 65 w 90"/>
                <a:gd name="T63" fmla="*/ 269 h 308"/>
                <a:gd name="T64" fmla="*/ 48 w 90"/>
                <a:gd name="T65" fmla="*/ 209 h 308"/>
                <a:gd name="T66" fmla="*/ 48 w 90"/>
                <a:gd name="T67" fmla="*/ 209 h 308"/>
                <a:gd name="T68" fmla="*/ 50 w 90"/>
                <a:gd name="T69" fmla="*/ 144 h 308"/>
                <a:gd name="T70" fmla="*/ 47 w 90"/>
                <a:gd name="T71" fmla="*/ 149 h 308"/>
                <a:gd name="T72" fmla="*/ 56 w 90"/>
                <a:gd name="T73" fmla="*/ 66 h 308"/>
                <a:gd name="T74" fmla="*/ 34 w 90"/>
                <a:gd name="T75" fmla="*/ 66 h 308"/>
                <a:gd name="T76" fmla="*/ 43 w 90"/>
                <a:gd name="T77" fmla="*/ 89 h 308"/>
                <a:gd name="T78" fmla="*/ 33 w 90"/>
                <a:gd name="T79" fmla="*/ 126 h 308"/>
                <a:gd name="T80" fmla="*/ 43 w 90"/>
                <a:gd name="T81" fmla="*/ 149 h 308"/>
                <a:gd name="T82" fmla="*/ 32 w 90"/>
                <a:gd name="T83" fmla="*/ 185 h 308"/>
                <a:gd name="T84" fmla="*/ 27 w 90"/>
                <a:gd name="T85" fmla="*/ 209 h 308"/>
                <a:gd name="T86" fmla="*/ 31 w 90"/>
                <a:gd name="T87" fmla="*/ 245 h 308"/>
                <a:gd name="T88" fmla="*/ 31 w 90"/>
                <a:gd name="T89" fmla="*/ 24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308">
                  <a:moveTo>
                    <a:pt x="90" y="305"/>
                  </a:moveTo>
                  <a:cubicBezTo>
                    <a:pt x="83" y="305"/>
                    <a:pt x="83" y="305"/>
                    <a:pt x="83" y="305"/>
                  </a:cubicBezTo>
                  <a:cubicBezTo>
                    <a:pt x="83" y="303"/>
                    <a:pt x="83" y="303"/>
                    <a:pt x="83" y="303"/>
                  </a:cubicBezTo>
                  <a:cubicBezTo>
                    <a:pt x="77" y="303"/>
                    <a:pt x="77" y="303"/>
                    <a:pt x="77" y="303"/>
                  </a:cubicBezTo>
                  <a:cubicBezTo>
                    <a:pt x="77" y="300"/>
                    <a:pt x="77" y="300"/>
                    <a:pt x="77" y="300"/>
                  </a:cubicBezTo>
                  <a:cubicBezTo>
                    <a:pt x="63" y="300"/>
                    <a:pt x="63" y="300"/>
                    <a:pt x="63" y="300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68" y="271"/>
                    <a:pt x="68" y="271"/>
                    <a:pt x="68" y="270"/>
                  </a:cubicBezTo>
                  <a:cubicBezTo>
                    <a:pt x="68" y="270"/>
                    <a:pt x="68" y="270"/>
                    <a:pt x="68" y="270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0"/>
                    <a:pt x="62" y="240"/>
                    <a:pt x="62" y="240"/>
                  </a:cubicBezTo>
                  <a:cubicBezTo>
                    <a:pt x="65" y="221"/>
                    <a:pt x="65" y="221"/>
                    <a:pt x="65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1"/>
                  </a:cubicBezTo>
                  <a:cubicBezTo>
                    <a:pt x="61" y="181"/>
                    <a:pt x="61" y="181"/>
                    <a:pt x="61" y="180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4" y="90"/>
                    <a:pt x="63" y="9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27" y="91"/>
                    <a:pt x="27" y="91"/>
                    <a:pt x="27" y="91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7" y="196"/>
                    <a:pt x="27" y="196"/>
                    <a:pt x="27" y="196"/>
                  </a:cubicBezTo>
                  <a:cubicBezTo>
                    <a:pt x="22" y="221"/>
                    <a:pt x="22" y="221"/>
                    <a:pt x="22" y="221"/>
                  </a:cubicBezTo>
                  <a:cubicBezTo>
                    <a:pt x="25" y="221"/>
                    <a:pt x="25" y="221"/>
                    <a:pt x="25" y="221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41"/>
                    <a:pt x="29" y="241"/>
                    <a:pt x="29" y="241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22" y="270"/>
                    <a:pt x="22" y="271"/>
                    <a:pt x="22" y="271"/>
                  </a:cubicBezTo>
                  <a:cubicBezTo>
                    <a:pt x="27" y="300"/>
                    <a:pt x="27" y="300"/>
                    <a:pt x="27" y="300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7" y="303"/>
                    <a:pt x="7" y="303"/>
                    <a:pt x="7" y="303"/>
                  </a:cubicBezTo>
                  <a:cubicBezTo>
                    <a:pt x="7" y="305"/>
                    <a:pt x="7" y="305"/>
                    <a:pt x="7" y="305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90" y="308"/>
                    <a:pt x="90" y="308"/>
                    <a:pt x="90" y="308"/>
                  </a:cubicBezTo>
                  <a:lnTo>
                    <a:pt x="90" y="305"/>
                  </a:lnTo>
                  <a:close/>
                  <a:moveTo>
                    <a:pt x="45" y="214"/>
                  </a:moveTo>
                  <a:cubicBezTo>
                    <a:pt x="45" y="214"/>
                    <a:pt x="45" y="214"/>
                    <a:pt x="45" y="214"/>
                  </a:cubicBezTo>
                  <a:cubicBezTo>
                    <a:pt x="58" y="239"/>
                    <a:pt x="58" y="239"/>
                    <a:pt x="58" y="239"/>
                  </a:cubicBezTo>
                  <a:cubicBezTo>
                    <a:pt x="32" y="239"/>
                    <a:pt x="32" y="239"/>
                    <a:pt x="32" y="239"/>
                  </a:cubicBezTo>
                  <a:lnTo>
                    <a:pt x="45" y="214"/>
                  </a:lnTo>
                  <a:close/>
                  <a:moveTo>
                    <a:pt x="45" y="154"/>
                  </a:moveTo>
                  <a:cubicBezTo>
                    <a:pt x="45" y="154"/>
                    <a:pt x="45" y="154"/>
                    <a:pt x="45" y="154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34" y="179"/>
                    <a:pt x="34" y="179"/>
                    <a:pt x="34" y="179"/>
                  </a:cubicBezTo>
                  <a:lnTo>
                    <a:pt x="45" y="154"/>
                  </a:lnTo>
                  <a:close/>
                  <a:moveTo>
                    <a:pt x="55" y="59"/>
                  </a:moveTo>
                  <a:cubicBezTo>
                    <a:pt x="55" y="59"/>
                    <a:pt x="55" y="59"/>
                    <a:pt x="55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45" y="35"/>
                    <a:pt x="45" y="35"/>
                    <a:pt x="45" y="35"/>
                  </a:cubicBezTo>
                  <a:lnTo>
                    <a:pt x="55" y="59"/>
                  </a:lnTo>
                  <a:close/>
                  <a:moveTo>
                    <a:pt x="45" y="95"/>
                  </a:moveTo>
                  <a:cubicBezTo>
                    <a:pt x="45" y="95"/>
                    <a:pt x="45" y="95"/>
                    <a:pt x="45" y="95"/>
                  </a:cubicBezTo>
                  <a:cubicBezTo>
                    <a:pt x="56" y="119"/>
                    <a:pt x="56" y="119"/>
                    <a:pt x="56" y="119"/>
                  </a:cubicBezTo>
                  <a:cubicBezTo>
                    <a:pt x="35" y="119"/>
                    <a:pt x="35" y="119"/>
                    <a:pt x="35" y="119"/>
                  </a:cubicBezTo>
                  <a:lnTo>
                    <a:pt x="45" y="95"/>
                  </a:lnTo>
                  <a:close/>
                  <a:moveTo>
                    <a:pt x="45" y="274"/>
                  </a:moveTo>
                  <a:cubicBezTo>
                    <a:pt x="45" y="274"/>
                    <a:pt x="45" y="274"/>
                    <a:pt x="45" y="274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31" y="300"/>
                    <a:pt x="31" y="300"/>
                    <a:pt x="31" y="300"/>
                  </a:cubicBezTo>
                  <a:lnTo>
                    <a:pt x="45" y="274"/>
                  </a:lnTo>
                  <a:close/>
                  <a:moveTo>
                    <a:pt x="48" y="269"/>
                  </a:moveTo>
                  <a:cubicBezTo>
                    <a:pt x="48" y="269"/>
                    <a:pt x="48" y="269"/>
                    <a:pt x="48" y="269"/>
                  </a:cubicBezTo>
                  <a:cubicBezTo>
                    <a:pt x="52" y="261"/>
                    <a:pt x="52" y="261"/>
                    <a:pt x="52" y="261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5" y="269"/>
                    <a:pt x="65" y="269"/>
                    <a:pt x="65" y="269"/>
                  </a:cubicBezTo>
                  <a:lnTo>
                    <a:pt x="48" y="269"/>
                  </a:lnTo>
                  <a:close/>
                  <a:moveTo>
                    <a:pt x="48" y="209"/>
                  </a:moveTo>
                  <a:cubicBezTo>
                    <a:pt x="48" y="209"/>
                    <a:pt x="48" y="209"/>
                    <a:pt x="48" y="209"/>
                  </a:cubicBezTo>
                  <a:cubicBezTo>
                    <a:pt x="59" y="185"/>
                    <a:pt x="59" y="185"/>
                    <a:pt x="59" y="185"/>
                  </a:cubicBezTo>
                  <a:cubicBezTo>
                    <a:pt x="64" y="209"/>
                    <a:pt x="64" y="209"/>
                    <a:pt x="64" y="209"/>
                  </a:cubicBezTo>
                  <a:lnTo>
                    <a:pt x="48" y="209"/>
                  </a:lnTo>
                  <a:close/>
                  <a:moveTo>
                    <a:pt x="47" y="149"/>
                  </a:moveTo>
                  <a:cubicBezTo>
                    <a:pt x="47" y="149"/>
                    <a:pt x="47" y="149"/>
                    <a:pt x="47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7" y="126"/>
                    <a:pt x="57" y="126"/>
                    <a:pt x="57" y="126"/>
                  </a:cubicBezTo>
                  <a:cubicBezTo>
                    <a:pt x="62" y="149"/>
                    <a:pt x="62" y="149"/>
                    <a:pt x="62" y="149"/>
                  </a:cubicBezTo>
                  <a:lnTo>
                    <a:pt x="47" y="149"/>
                  </a:lnTo>
                  <a:close/>
                  <a:moveTo>
                    <a:pt x="47" y="89"/>
                  </a:moveTo>
                  <a:cubicBezTo>
                    <a:pt x="47" y="89"/>
                    <a:pt x="47" y="89"/>
                    <a:pt x="47" y="89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60" y="89"/>
                    <a:pt x="60" y="89"/>
                    <a:pt x="60" y="89"/>
                  </a:cubicBezTo>
                  <a:lnTo>
                    <a:pt x="47" y="89"/>
                  </a:lnTo>
                  <a:close/>
                  <a:moveTo>
                    <a:pt x="34" y="66"/>
                  </a:moveTo>
                  <a:cubicBezTo>
                    <a:pt x="34" y="66"/>
                    <a:pt x="34" y="66"/>
                    <a:pt x="34" y="66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30" y="89"/>
                    <a:pt x="30" y="89"/>
                    <a:pt x="30" y="89"/>
                  </a:cubicBezTo>
                  <a:lnTo>
                    <a:pt x="34" y="66"/>
                  </a:lnTo>
                  <a:close/>
                  <a:moveTo>
                    <a:pt x="33" y="126"/>
                  </a:moveTo>
                  <a:cubicBezTo>
                    <a:pt x="33" y="126"/>
                    <a:pt x="33" y="126"/>
                    <a:pt x="33" y="126"/>
                  </a:cubicBezTo>
                  <a:cubicBezTo>
                    <a:pt x="36" y="133"/>
                    <a:pt x="36" y="133"/>
                    <a:pt x="36" y="133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28" y="149"/>
                    <a:pt x="28" y="149"/>
                    <a:pt x="28" y="149"/>
                  </a:cubicBezTo>
                  <a:lnTo>
                    <a:pt x="33" y="126"/>
                  </a:lnTo>
                  <a:close/>
                  <a:moveTo>
                    <a:pt x="32" y="185"/>
                  </a:moveTo>
                  <a:cubicBezTo>
                    <a:pt x="32" y="185"/>
                    <a:pt x="32" y="185"/>
                    <a:pt x="32" y="185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27" y="209"/>
                    <a:pt x="27" y="209"/>
                    <a:pt x="27" y="209"/>
                  </a:cubicBezTo>
                  <a:lnTo>
                    <a:pt x="32" y="185"/>
                  </a:lnTo>
                  <a:close/>
                  <a:moveTo>
                    <a:pt x="31" y="245"/>
                  </a:moveTo>
                  <a:cubicBezTo>
                    <a:pt x="31" y="245"/>
                    <a:pt x="31" y="245"/>
                    <a:pt x="31" y="245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25" y="269"/>
                    <a:pt x="25" y="269"/>
                    <a:pt x="25" y="269"/>
                  </a:cubicBezTo>
                  <a:lnTo>
                    <a:pt x="31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220" y="4133"/>
              <a:ext cx="394" cy="169"/>
            </a:xfrm>
            <a:custGeom>
              <a:avLst/>
              <a:gdLst>
                <a:gd name="T0" fmla="*/ 143 w 152"/>
                <a:gd name="T1" fmla="*/ 48 h 63"/>
                <a:gd name="T2" fmla="*/ 145 w 152"/>
                <a:gd name="T3" fmla="*/ 33 h 63"/>
                <a:gd name="T4" fmla="*/ 146 w 152"/>
                <a:gd name="T5" fmla="*/ 20 h 63"/>
                <a:gd name="T6" fmla="*/ 125 w 152"/>
                <a:gd name="T7" fmla="*/ 11 h 63"/>
                <a:gd name="T8" fmla="*/ 9 w 152"/>
                <a:gd name="T9" fmla="*/ 12 h 63"/>
                <a:gd name="T10" fmla="*/ 11 w 152"/>
                <a:gd name="T11" fmla="*/ 38 h 63"/>
                <a:gd name="T12" fmla="*/ 14 w 152"/>
                <a:gd name="T13" fmla="*/ 50 h 63"/>
                <a:gd name="T14" fmla="*/ 152 w 152"/>
                <a:gd name="T15" fmla="*/ 60 h 63"/>
                <a:gd name="T16" fmla="*/ 112 w 152"/>
                <a:gd name="T17" fmla="*/ 52 h 63"/>
                <a:gd name="T18" fmla="*/ 142 w 152"/>
                <a:gd name="T19" fmla="*/ 48 h 63"/>
                <a:gd name="T20" fmla="*/ 141 w 152"/>
                <a:gd name="T21" fmla="*/ 45 h 63"/>
                <a:gd name="T22" fmla="*/ 116 w 152"/>
                <a:gd name="T23" fmla="*/ 43 h 63"/>
                <a:gd name="T24" fmla="*/ 128 w 152"/>
                <a:gd name="T25" fmla="*/ 41 h 63"/>
                <a:gd name="T26" fmla="*/ 143 w 152"/>
                <a:gd name="T27" fmla="*/ 38 h 63"/>
                <a:gd name="T28" fmla="*/ 144 w 152"/>
                <a:gd name="T29" fmla="*/ 35 h 63"/>
                <a:gd name="T30" fmla="*/ 144 w 152"/>
                <a:gd name="T31" fmla="*/ 35 h 63"/>
                <a:gd name="T32" fmla="*/ 32 w 152"/>
                <a:gd name="T33" fmla="*/ 9 h 63"/>
                <a:gd name="T34" fmla="*/ 145 w 152"/>
                <a:gd name="T35" fmla="*/ 23 h 63"/>
                <a:gd name="T36" fmla="*/ 96 w 152"/>
                <a:gd name="T37" fmla="*/ 22 h 63"/>
                <a:gd name="T38" fmla="*/ 97 w 152"/>
                <a:gd name="T39" fmla="*/ 21 h 63"/>
                <a:gd name="T40" fmla="*/ 95 w 152"/>
                <a:gd name="T41" fmla="*/ 19 h 63"/>
                <a:gd name="T42" fmla="*/ 105 w 152"/>
                <a:gd name="T43" fmla="*/ 18 h 63"/>
                <a:gd name="T44" fmla="*/ 146 w 152"/>
                <a:gd name="T45" fmla="*/ 17 h 63"/>
                <a:gd name="T46" fmla="*/ 146 w 152"/>
                <a:gd name="T47" fmla="*/ 17 h 63"/>
                <a:gd name="T48" fmla="*/ 126 w 152"/>
                <a:gd name="T49" fmla="*/ 12 h 63"/>
                <a:gd name="T50" fmla="*/ 91 w 152"/>
                <a:gd name="T51" fmla="*/ 18 h 63"/>
                <a:gd name="T52" fmla="*/ 10 w 152"/>
                <a:gd name="T53" fmla="*/ 12 h 63"/>
                <a:gd name="T54" fmla="*/ 10 w 152"/>
                <a:gd name="T55" fmla="*/ 12 h 63"/>
                <a:gd name="T56" fmla="*/ 127 w 152"/>
                <a:gd name="T57" fmla="*/ 27 h 63"/>
                <a:gd name="T58" fmla="*/ 110 w 152"/>
                <a:gd name="T59" fmla="*/ 28 h 63"/>
                <a:gd name="T60" fmla="*/ 10 w 152"/>
                <a:gd name="T61" fmla="*/ 18 h 63"/>
                <a:gd name="T62" fmla="*/ 10 w 152"/>
                <a:gd name="T63" fmla="*/ 18 h 63"/>
                <a:gd name="T64" fmla="*/ 19 w 152"/>
                <a:gd name="T65" fmla="*/ 25 h 63"/>
                <a:gd name="T66" fmla="*/ 23 w 152"/>
                <a:gd name="T67" fmla="*/ 32 h 63"/>
                <a:gd name="T68" fmla="*/ 35 w 152"/>
                <a:gd name="T69" fmla="*/ 59 h 63"/>
                <a:gd name="T70" fmla="*/ 85 w 152"/>
                <a:gd name="T71" fmla="*/ 53 h 63"/>
                <a:gd name="T72" fmla="*/ 35 w 152"/>
                <a:gd name="T73" fmla="*/ 45 h 63"/>
                <a:gd name="T74" fmla="*/ 23 w 152"/>
                <a:gd name="T75" fmla="*/ 44 h 63"/>
                <a:gd name="T76" fmla="*/ 12 w 152"/>
                <a:gd name="T77" fmla="*/ 42 h 63"/>
                <a:gd name="T78" fmla="*/ 85 w 152"/>
                <a:gd name="T79" fmla="*/ 45 h 63"/>
                <a:gd name="T80" fmla="*/ 85 w 152"/>
                <a:gd name="T81" fmla="*/ 43 h 63"/>
                <a:gd name="T82" fmla="*/ 12 w 152"/>
                <a:gd name="T83" fmla="*/ 39 h 63"/>
                <a:gd name="T84" fmla="*/ 85 w 152"/>
                <a:gd name="T85" fmla="*/ 40 h 63"/>
                <a:gd name="T86" fmla="*/ 85 w 152"/>
                <a:gd name="T87" fmla="*/ 37 h 63"/>
                <a:gd name="T88" fmla="*/ 11 w 152"/>
                <a:gd name="T89" fmla="*/ 31 h 63"/>
                <a:gd name="T90" fmla="*/ 85 w 152"/>
                <a:gd name="T91" fmla="*/ 34 h 63"/>
                <a:gd name="T92" fmla="*/ 85 w 152"/>
                <a:gd name="T93" fmla="*/ 34 h 63"/>
                <a:gd name="T94" fmla="*/ 18 w 152"/>
                <a:gd name="T95" fmla="*/ 20 h 63"/>
                <a:gd name="T96" fmla="*/ 87 w 152"/>
                <a:gd name="T97" fmla="*/ 53 h 63"/>
                <a:gd name="T98" fmla="*/ 110 w 152"/>
                <a:gd name="T99" fmla="*/ 54 h 63"/>
                <a:gd name="T100" fmla="*/ 87 w 152"/>
                <a:gd name="T101" fmla="*/ 49 h 63"/>
                <a:gd name="T102" fmla="*/ 110 w 152"/>
                <a:gd name="T103" fmla="*/ 49 h 63"/>
                <a:gd name="T104" fmla="*/ 110 w 152"/>
                <a:gd name="T105" fmla="*/ 59 h 63"/>
                <a:gd name="T106" fmla="*/ 110 w 152"/>
                <a:gd name="T107" fmla="*/ 44 h 63"/>
                <a:gd name="T108" fmla="*/ 110 w 152"/>
                <a:gd name="T109" fmla="*/ 37 h 63"/>
                <a:gd name="T110" fmla="*/ 144 w 152"/>
                <a:gd name="T111" fmla="*/ 33 h 63"/>
                <a:gd name="T112" fmla="*/ 112 w 152"/>
                <a:gd name="T113" fmla="*/ 59 h 63"/>
                <a:gd name="T114" fmla="*/ 141 w 152"/>
                <a:gd name="T115" fmla="*/ 54 h 63"/>
                <a:gd name="T116" fmla="*/ 146 w 152"/>
                <a:gd name="T117" fmla="*/ 15 h 63"/>
                <a:gd name="T118" fmla="*/ 10 w 152"/>
                <a:gd name="T119" fmla="*/ 12 h 63"/>
                <a:gd name="T120" fmla="*/ 10 w 152"/>
                <a:gd name="T121" fmla="*/ 18 h 63"/>
                <a:gd name="T122" fmla="*/ 13 w 152"/>
                <a:gd name="T12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63">
                  <a:moveTo>
                    <a:pt x="142" y="59"/>
                  </a:moveTo>
                  <a:cubicBezTo>
                    <a:pt x="142" y="59"/>
                    <a:pt x="142" y="59"/>
                    <a:pt x="142" y="59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54"/>
                    <a:pt x="142" y="54"/>
                    <a:pt x="142" y="54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2"/>
                  </a:cubicBezTo>
                  <a:cubicBezTo>
                    <a:pt x="146" y="22"/>
                    <a:pt x="146" y="21"/>
                    <a:pt x="146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19"/>
                    <a:pt x="146" y="18"/>
                    <a:pt x="146" y="18"/>
                  </a:cubicBezTo>
                  <a:cubicBezTo>
                    <a:pt x="146" y="18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6" y="12"/>
                    <a:pt x="146" y="12"/>
                    <a:pt x="146" y="12"/>
                  </a:cubicBezTo>
                  <a:cubicBezTo>
                    <a:pt x="146" y="12"/>
                    <a:pt x="147" y="10"/>
                    <a:pt x="146" y="10"/>
                  </a:cubicBezTo>
                  <a:cubicBezTo>
                    <a:pt x="145" y="9"/>
                    <a:pt x="138" y="10"/>
                    <a:pt x="127" y="11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20" y="12"/>
                    <a:pt x="107" y="13"/>
                    <a:pt x="98" y="13"/>
                  </a:cubicBezTo>
                  <a:cubicBezTo>
                    <a:pt x="91" y="13"/>
                    <a:pt x="79" y="10"/>
                    <a:pt x="71" y="8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54" y="4"/>
                    <a:pt x="36" y="0"/>
                    <a:pt x="32" y="0"/>
                  </a:cubicBezTo>
                  <a:cubicBezTo>
                    <a:pt x="29" y="0"/>
                    <a:pt x="20" y="5"/>
                    <a:pt x="15" y="8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0" y="11"/>
                    <a:pt x="9" y="11"/>
                    <a:pt x="9" y="1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7"/>
                  </a:cubicBezTo>
                  <a:cubicBezTo>
                    <a:pt x="14" y="47"/>
                    <a:pt x="28" y="45"/>
                    <a:pt x="34" y="45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0" y="48"/>
                    <a:pt x="16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52" y="60"/>
                    <a:pt x="152" y="60"/>
                    <a:pt x="152" y="60"/>
                  </a:cubicBezTo>
                  <a:lnTo>
                    <a:pt x="142" y="59"/>
                  </a:lnTo>
                  <a:close/>
                  <a:moveTo>
                    <a:pt x="11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20" y="50"/>
                    <a:pt x="135" y="50"/>
                    <a:pt x="137" y="50"/>
                  </a:cubicBezTo>
                  <a:cubicBezTo>
                    <a:pt x="139" y="50"/>
                    <a:pt x="141" y="50"/>
                    <a:pt x="142" y="50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37" y="51"/>
                    <a:pt x="123" y="52"/>
                    <a:pt x="112" y="52"/>
                  </a:cubicBezTo>
                  <a:close/>
                  <a:moveTo>
                    <a:pt x="142" y="49"/>
                  </a:move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37" y="49"/>
                    <a:pt x="132" y="49"/>
                  </a:cubicBezTo>
                  <a:cubicBezTo>
                    <a:pt x="127" y="49"/>
                    <a:pt x="120" y="49"/>
                    <a:pt x="112" y="49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23" y="48"/>
                    <a:pt x="139" y="48"/>
                    <a:pt x="142" y="48"/>
                  </a:cubicBezTo>
                  <a:lnTo>
                    <a:pt x="142" y="49"/>
                  </a:lnTo>
                  <a:close/>
                  <a:moveTo>
                    <a:pt x="130" y="46"/>
                  </a:moveTo>
                  <a:cubicBezTo>
                    <a:pt x="130" y="46"/>
                    <a:pt x="130" y="46"/>
                    <a:pt x="130" y="46"/>
                  </a:cubicBezTo>
                  <a:cubicBezTo>
                    <a:pt x="127" y="46"/>
                    <a:pt x="119" y="47"/>
                    <a:pt x="112" y="47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6" y="44"/>
                    <a:pt x="119" y="44"/>
                    <a:pt x="120" y="44"/>
                  </a:cubicBezTo>
                  <a:cubicBezTo>
                    <a:pt x="123" y="44"/>
                    <a:pt x="130" y="44"/>
                    <a:pt x="133" y="44"/>
                  </a:cubicBezTo>
                  <a:cubicBezTo>
                    <a:pt x="136" y="44"/>
                    <a:pt x="140" y="45"/>
                    <a:pt x="141" y="45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33" y="46"/>
                    <a:pt x="130" y="46"/>
                  </a:cubicBezTo>
                  <a:close/>
                  <a:moveTo>
                    <a:pt x="143" y="43"/>
                  </a:move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4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0" y="44"/>
                    <a:pt x="121" y="43"/>
                    <a:pt x="116" y="43"/>
                  </a:cubicBezTo>
                  <a:cubicBezTo>
                    <a:pt x="114" y="43"/>
                    <a:pt x="113" y="44"/>
                    <a:pt x="112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3" y="43"/>
                    <a:pt x="114" y="43"/>
                    <a:pt x="115" y="43"/>
                  </a:cubicBezTo>
                  <a:cubicBezTo>
                    <a:pt x="119" y="43"/>
                    <a:pt x="140" y="43"/>
                    <a:pt x="143" y="43"/>
                  </a:cubicBezTo>
                  <a:close/>
                  <a:moveTo>
                    <a:pt x="143" y="41"/>
                  </a:moveTo>
                  <a:cubicBezTo>
                    <a:pt x="143" y="41"/>
                    <a:pt x="143" y="41"/>
                    <a:pt x="143" y="41"/>
                  </a:cubicBezTo>
                  <a:cubicBezTo>
                    <a:pt x="143" y="41"/>
                    <a:pt x="142" y="41"/>
                    <a:pt x="140" y="41"/>
                  </a:cubicBezTo>
                  <a:cubicBezTo>
                    <a:pt x="137" y="41"/>
                    <a:pt x="133" y="41"/>
                    <a:pt x="128" y="41"/>
                  </a:cubicBezTo>
                  <a:cubicBezTo>
                    <a:pt x="124" y="41"/>
                    <a:pt x="119" y="42"/>
                    <a:pt x="112" y="42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8" y="39"/>
                    <a:pt x="123" y="39"/>
                    <a:pt x="125" y="39"/>
                  </a:cubicBezTo>
                  <a:cubicBezTo>
                    <a:pt x="129" y="39"/>
                    <a:pt x="137" y="39"/>
                    <a:pt x="139" y="39"/>
                  </a:cubicBezTo>
                  <a:cubicBezTo>
                    <a:pt x="142" y="39"/>
                    <a:pt x="143" y="39"/>
                    <a:pt x="143" y="39"/>
                  </a:cubicBezTo>
                  <a:lnTo>
                    <a:pt x="143" y="41"/>
                  </a:lnTo>
                  <a:close/>
                  <a:moveTo>
                    <a:pt x="143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38"/>
                    <a:pt x="143" y="38"/>
                    <a:pt x="143" y="38"/>
                  </a:cubicBezTo>
                  <a:cubicBezTo>
                    <a:pt x="143" y="39"/>
                    <a:pt x="143" y="39"/>
                    <a:pt x="143" y="39"/>
                  </a:cubicBezTo>
                  <a:cubicBezTo>
                    <a:pt x="142" y="38"/>
                    <a:pt x="133" y="38"/>
                    <a:pt x="123" y="38"/>
                  </a:cubicBezTo>
                  <a:cubicBezTo>
                    <a:pt x="119" y="38"/>
                    <a:pt x="116" y="38"/>
                    <a:pt x="112" y="38"/>
                  </a:cubicBezTo>
                  <a:cubicBezTo>
                    <a:pt x="112" y="38"/>
                    <a:pt x="112" y="38"/>
                    <a:pt x="112" y="38"/>
                  </a:cubicBezTo>
                  <a:cubicBezTo>
                    <a:pt x="126" y="37"/>
                    <a:pt x="141" y="38"/>
                    <a:pt x="143" y="38"/>
                  </a:cubicBezTo>
                  <a:close/>
                  <a:moveTo>
                    <a:pt x="144" y="35"/>
                  </a:move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1" y="35"/>
                  </a:cubicBezTo>
                  <a:cubicBezTo>
                    <a:pt x="138" y="36"/>
                    <a:pt x="133" y="36"/>
                    <a:pt x="126" y="36"/>
                  </a:cubicBezTo>
                  <a:cubicBezTo>
                    <a:pt x="121" y="36"/>
                    <a:pt x="117" y="36"/>
                    <a:pt x="112" y="36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3" y="34"/>
                    <a:pt x="122" y="34"/>
                    <a:pt x="124" y="34"/>
                  </a:cubicBezTo>
                  <a:cubicBezTo>
                    <a:pt x="125" y="34"/>
                    <a:pt x="137" y="34"/>
                    <a:pt x="139" y="34"/>
                  </a:cubicBezTo>
                  <a:cubicBezTo>
                    <a:pt x="140" y="34"/>
                    <a:pt x="143" y="34"/>
                    <a:pt x="144" y="34"/>
                  </a:cubicBezTo>
                  <a:lnTo>
                    <a:pt x="144" y="35"/>
                  </a:lnTo>
                  <a:close/>
                  <a:moveTo>
                    <a:pt x="144" y="30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0" y="30"/>
                    <a:pt x="138" y="30"/>
                  </a:cubicBezTo>
                  <a:cubicBezTo>
                    <a:pt x="136" y="31"/>
                    <a:pt x="123" y="31"/>
                    <a:pt x="114" y="31"/>
                  </a:cubicBezTo>
                  <a:cubicBezTo>
                    <a:pt x="106" y="31"/>
                    <a:pt x="99" y="30"/>
                    <a:pt x="94" y="29"/>
                  </a:cubicBezTo>
                  <a:cubicBezTo>
                    <a:pt x="89" y="28"/>
                    <a:pt x="67" y="22"/>
                    <a:pt x="54" y="18"/>
                  </a:cubicBezTo>
                  <a:cubicBezTo>
                    <a:pt x="42" y="14"/>
                    <a:pt x="36" y="11"/>
                    <a:pt x="32" y="11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7" y="9"/>
                    <a:pt x="51" y="13"/>
                    <a:pt x="58" y="16"/>
                  </a:cubicBezTo>
                  <a:cubicBezTo>
                    <a:pt x="65" y="18"/>
                    <a:pt x="81" y="23"/>
                    <a:pt x="85" y="24"/>
                  </a:cubicBezTo>
                  <a:cubicBezTo>
                    <a:pt x="88" y="26"/>
                    <a:pt x="97" y="28"/>
                    <a:pt x="106" y="28"/>
                  </a:cubicBezTo>
                  <a:cubicBezTo>
                    <a:pt x="115" y="28"/>
                    <a:pt x="131" y="28"/>
                    <a:pt x="134" y="28"/>
                  </a:cubicBezTo>
                  <a:cubicBezTo>
                    <a:pt x="137" y="28"/>
                    <a:pt x="143" y="29"/>
                    <a:pt x="144" y="29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4" y="30"/>
                  </a:lnTo>
                  <a:close/>
                  <a:moveTo>
                    <a:pt x="145" y="23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5" y="23"/>
                    <a:pt x="144" y="22"/>
                    <a:pt x="141" y="22"/>
                  </a:cubicBezTo>
                  <a:cubicBezTo>
                    <a:pt x="137" y="22"/>
                    <a:pt x="123" y="23"/>
                    <a:pt x="119" y="22"/>
                  </a:cubicBezTo>
                  <a:cubicBezTo>
                    <a:pt x="114" y="22"/>
                    <a:pt x="100" y="23"/>
                    <a:pt x="90" y="20"/>
                  </a:cubicBezTo>
                  <a:cubicBezTo>
                    <a:pt x="80" y="16"/>
                    <a:pt x="78" y="15"/>
                    <a:pt x="78" y="1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6"/>
                    <a:pt x="89" y="21"/>
                    <a:pt x="96" y="22"/>
                  </a:cubicBezTo>
                  <a:cubicBezTo>
                    <a:pt x="103" y="23"/>
                    <a:pt x="114" y="24"/>
                    <a:pt x="126" y="23"/>
                  </a:cubicBezTo>
                  <a:cubicBezTo>
                    <a:pt x="137" y="23"/>
                    <a:pt x="144" y="24"/>
                    <a:pt x="145" y="24"/>
                  </a:cubicBezTo>
                  <a:cubicBezTo>
                    <a:pt x="145" y="25"/>
                    <a:pt x="145" y="25"/>
                    <a:pt x="145" y="25"/>
                  </a:cubicBezTo>
                  <a:cubicBezTo>
                    <a:pt x="144" y="25"/>
                    <a:pt x="139" y="25"/>
                    <a:pt x="134" y="25"/>
                  </a:cubicBezTo>
                  <a:cubicBezTo>
                    <a:pt x="129" y="25"/>
                    <a:pt x="109" y="26"/>
                    <a:pt x="103" y="25"/>
                  </a:cubicBezTo>
                  <a:cubicBezTo>
                    <a:pt x="97" y="24"/>
                    <a:pt x="94" y="24"/>
                    <a:pt x="78" y="18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89" y="20"/>
                    <a:pt x="97" y="21"/>
                  </a:cubicBezTo>
                  <a:cubicBezTo>
                    <a:pt x="104" y="22"/>
                    <a:pt x="116" y="22"/>
                    <a:pt x="123" y="22"/>
                  </a:cubicBezTo>
                  <a:cubicBezTo>
                    <a:pt x="131" y="22"/>
                    <a:pt x="144" y="22"/>
                    <a:pt x="144" y="22"/>
                  </a:cubicBezTo>
                  <a:cubicBezTo>
                    <a:pt x="145" y="22"/>
                    <a:pt x="145" y="22"/>
                    <a:pt x="145" y="22"/>
                  </a:cubicBezTo>
                  <a:cubicBezTo>
                    <a:pt x="145" y="22"/>
                    <a:pt x="145" y="22"/>
                    <a:pt x="145" y="22"/>
                  </a:cubicBezTo>
                  <a:lnTo>
                    <a:pt x="145" y="23"/>
                  </a:lnTo>
                  <a:close/>
                  <a:moveTo>
                    <a:pt x="94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8" y="19"/>
                    <a:pt x="96" y="19"/>
                    <a:pt x="94" y="18"/>
                  </a:cubicBezTo>
                  <a:close/>
                  <a:moveTo>
                    <a:pt x="145" y="20"/>
                  </a:moveTo>
                  <a:cubicBezTo>
                    <a:pt x="145" y="20"/>
                    <a:pt x="145" y="20"/>
                    <a:pt x="145" y="20"/>
                  </a:cubicBezTo>
                  <a:cubicBezTo>
                    <a:pt x="144" y="20"/>
                    <a:pt x="143" y="20"/>
                    <a:pt x="141" y="20"/>
                  </a:cubicBezTo>
                  <a:cubicBezTo>
                    <a:pt x="135" y="20"/>
                    <a:pt x="127" y="20"/>
                    <a:pt x="117" y="20"/>
                  </a:cubicBezTo>
                  <a:cubicBezTo>
                    <a:pt x="113" y="20"/>
                    <a:pt x="109" y="20"/>
                    <a:pt x="105" y="2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105" y="18"/>
                    <a:pt x="109" y="18"/>
                    <a:pt x="117" y="18"/>
                  </a:cubicBezTo>
                  <a:cubicBezTo>
                    <a:pt x="126" y="18"/>
                    <a:pt x="134" y="18"/>
                    <a:pt x="137" y="18"/>
                  </a:cubicBezTo>
                  <a:cubicBezTo>
                    <a:pt x="139" y="18"/>
                    <a:pt x="144" y="18"/>
                    <a:pt x="145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20"/>
                  </a:cubicBezTo>
                  <a:close/>
                  <a:moveTo>
                    <a:pt x="146" y="17"/>
                  </a:moveTo>
                  <a:cubicBezTo>
                    <a:pt x="146" y="17"/>
                    <a:pt x="146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5" y="17"/>
                    <a:pt x="144" y="17"/>
                    <a:pt x="141" y="17"/>
                  </a:cubicBezTo>
                  <a:cubicBezTo>
                    <a:pt x="137" y="17"/>
                    <a:pt x="128" y="17"/>
                    <a:pt x="125" y="17"/>
                  </a:cubicBezTo>
                  <a:cubicBezTo>
                    <a:pt x="121" y="17"/>
                    <a:pt x="106" y="17"/>
                    <a:pt x="105" y="17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15" y="17"/>
                    <a:pt x="120" y="17"/>
                  </a:cubicBezTo>
                  <a:cubicBezTo>
                    <a:pt x="125" y="17"/>
                    <a:pt x="134" y="17"/>
                    <a:pt x="137" y="17"/>
                  </a:cubicBezTo>
                  <a:cubicBezTo>
                    <a:pt x="140" y="17"/>
                    <a:pt x="145" y="17"/>
                    <a:pt x="146" y="17"/>
                  </a:cubicBezTo>
                  <a:cubicBezTo>
                    <a:pt x="146" y="17"/>
                    <a:pt x="146" y="17"/>
                    <a:pt x="146" y="17"/>
                  </a:cubicBezTo>
                  <a:close/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6" y="1"/>
                    <a:pt x="54" y="5"/>
                    <a:pt x="62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6" y="7"/>
                    <a:pt x="68" y="8"/>
                    <a:pt x="70" y="8"/>
                  </a:cubicBezTo>
                  <a:cubicBezTo>
                    <a:pt x="79" y="11"/>
                    <a:pt x="91" y="13"/>
                    <a:pt x="98" y="13"/>
                  </a:cubicBezTo>
                  <a:cubicBezTo>
                    <a:pt x="107" y="13"/>
                    <a:pt x="120" y="12"/>
                    <a:pt x="126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32" y="11"/>
                    <a:pt x="145" y="10"/>
                    <a:pt x="146" y="10"/>
                  </a:cubicBezTo>
                  <a:cubicBezTo>
                    <a:pt x="146" y="11"/>
                    <a:pt x="146" y="12"/>
                    <a:pt x="146" y="12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32" y="15"/>
                    <a:pt x="128" y="15"/>
                  </a:cubicBezTo>
                  <a:cubicBezTo>
                    <a:pt x="124" y="15"/>
                    <a:pt x="105" y="15"/>
                    <a:pt x="105" y="15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91" y="18"/>
                    <a:pt x="90" y="17"/>
                    <a:pt x="90" y="17"/>
                  </a:cubicBezTo>
                  <a:cubicBezTo>
                    <a:pt x="82" y="14"/>
                    <a:pt x="78" y="12"/>
                    <a:pt x="78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50" y="8"/>
                    <a:pt x="37" y="3"/>
                    <a:pt x="32" y="3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1"/>
                    <a:pt x="12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20" y="6"/>
                    <a:pt x="28" y="1"/>
                    <a:pt x="32" y="1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27" y="3"/>
                    <a:pt x="21" y="7"/>
                    <a:pt x="17" y="9"/>
                  </a:cubicBezTo>
                  <a:cubicBezTo>
                    <a:pt x="14" y="11"/>
                    <a:pt x="11" y="13"/>
                    <a:pt x="10" y="13"/>
                  </a:cubicBezTo>
                  <a:lnTo>
                    <a:pt x="10" y="12"/>
                  </a:ln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9" y="11"/>
                    <a:pt x="21" y="10"/>
                  </a:cubicBezTo>
                  <a:cubicBezTo>
                    <a:pt x="23" y="9"/>
                    <a:pt x="28" y="6"/>
                    <a:pt x="31" y="6"/>
                  </a:cubicBezTo>
                  <a:cubicBezTo>
                    <a:pt x="35" y="6"/>
                    <a:pt x="40" y="8"/>
                    <a:pt x="45" y="9"/>
                  </a:cubicBezTo>
                  <a:cubicBezTo>
                    <a:pt x="50" y="11"/>
                    <a:pt x="73" y="19"/>
                    <a:pt x="78" y="21"/>
                  </a:cubicBezTo>
                  <a:cubicBezTo>
                    <a:pt x="83" y="23"/>
                    <a:pt x="91" y="26"/>
                    <a:pt x="102" y="27"/>
                  </a:cubicBezTo>
                  <a:cubicBezTo>
                    <a:pt x="112" y="28"/>
                    <a:pt x="121" y="27"/>
                    <a:pt x="127" y="27"/>
                  </a:cubicBezTo>
                  <a:cubicBezTo>
                    <a:pt x="133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4" y="28"/>
                    <a:pt x="143" y="28"/>
                    <a:pt x="139" y="28"/>
                  </a:cubicBezTo>
                  <a:cubicBezTo>
                    <a:pt x="133" y="28"/>
                    <a:pt x="115" y="28"/>
                    <a:pt x="110" y="28"/>
                  </a:cubicBezTo>
                  <a:cubicBezTo>
                    <a:pt x="105" y="28"/>
                    <a:pt x="101" y="28"/>
                    <a:pt x="91" y="26"/>
                  </a:cubicBezTo>
                  <a:cubicBezTo>
                    <a:pt x="82" y="23"/>
                    <a:pt x="65" y="17"/>
                    <a:pt x="59" y="15"/>
                  </a:cubicBezTo>
                  <a:cubicBezTo>
                    <a:pt x="53" y="13"/>
                    <a:pt x="37" y="7"/>
                    <a:pt x="33" y="7"/>
                  </a:cubicBezTo>
                  <a:cubicBezTo>
                    <a:pt x="28" y="6"/>
                    <a:pt x="22" y="10"/>
                    <a:pt x="19" y="12"/>
                  </a:cubicBezTo>
                  <a:cubicBezTo>
                    <a:pt x="16" y="13"/>
                    <a:pt x="11" y="16"/>
                    <a:pt x="10" y="17"/>
                  </a:cubicBezTo>
                  <a:lnTo>
                    <a:pt x="10" y="16"/>
                  </a:lnTo>
                  <a:close/>
                  <a:moveTo>
                    <a:pt x="10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1" y="17"/>
                    <a:pt x="15" y="15"/>
                    <a:pt x="18" y="13"/>
                  </a:cubicBezTo>
                  <a:cubicBezTo>
                    <a:pt x="22" y="11"/>
                    <a:pt x="29" y="9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11"/>
                    <a:pt x="31" y="11"/>
                    <a:pt x="31" y="11"/>
                  </a:cubicBezTo>
                  <a:cubicBezTo>
                    <a:pt x="28" y="11"/>
                    <a:pt x="21" y="15"/>
                    <a:pt x="19" y="17"/>
                  </a:cubicBezTo>
                  <a:cubicBezTo>
                    <a:pt x="16" y="18"/>
                    <a:pt x="10" y="20"/>
                    <a:pt x="10" y="20"/>
                  </a:cubicBezTo>
                  <a:lnTo>
                    <a:pt x="10" y="18"/>
                  </a:lnTo>
                  <a:close/>
                  <a:moveTo>
                    <a:pt x="1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6" y="23"/>
                    <a:pt x="19" y="21"/>
                  </a:cubicBezTo>
                  <a:cubicBezTo>
                    <a:pt x="22" y="20"/>
                    <a:pt x="28" y="19"/>
                    <a:pt x="30" y="18"/>
                  </a:cubicBezTo>
                  <a:cubicBezTo>
                    <a:pt x="30" y="18"/>
                    <a:pt x="31" y="18"/>
                    <a:pt x="32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0" y="20"/>
                  </a:cubicBezTo>
                  <a:cubicBezTo>
                    <a:pt x="25" y="22"/>
                    <a:pt x="21" y="24"/>
                    <a:pt x="19" y="25"/>
                  </a:cubicBezTo>
                  <a:cubicBezTo>
                    <a:pt x="17" y="25"/>
                    <a:pt x="11" y="27"/>
                    <a:pt x="10" y="27"/>
                  </a:cubicBezTo>
                  <a:lnTo>
                    <a:pt x="10" y="25"/>
                  </a:lnTo>
                  <a:close/>
                  <a:moveTo>
                    <a:pt x="11" y="3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7" y="31"/>
                    <a:pt x="20" y="30"/>
                  </a:cubicBezTo>
                  <a:cubicBezTo>
                    <a:pt x="24" y="28"/>
                    <a:pt x="30" y="27"/>
                    <a:pt x="33" y="2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0" y="29"/>
                    <a:pt x="29" y="30"/>
                    <a:pt x="23" y="32"/>
                  </a:cubicBezTo>
                  <a:cubicBezTo>
                    <a:pt x="17" y="34"/>
                    <a:pt x="12" y="35"/>
                    <a:pt x="11" y="35"/>
                  </a:cubicBezTo>
                  <a:lnTo>
                    <a:pt x="11" y="33"/>
                  </a:lnTo>
                  <a:close/>
                  <a:moveTo>
                    <a:pt x="14" y="59"/>
                  </a:moveTo>
                  <a:cubicBezTo>
                    <a:pt x="14" y="59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6" y="53"/>
                    <a:pt x="29" y="51"/>
                    <a:pt x="34" y="51"/>
                  </a:cubicBezTo>
                  <a:cubicBezTo>
                    <a:pt x="35" y="59"/>
                    <a:pt x="35" y="59"/>
                    <a:pt x="35" y="59"/>
                  </a:cubicBezTo>
                  <a:lnTo>
                    <a:pt x="14" y="59"/>
                  </a:lnTo>
                  <a:close/>
                  <a:moveTo>
                    <a:pt x="85" y="59"/>
                  </a:moveTo>
                  <a:cubicBezTo>
                    <a:pt x="85" y="59"/>
                    <a:pt x="85" y="59"/>
                    <a:pt x="85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6" y="51"/>
                    <a:pt x="36" y="51"/>
                  </a:cubicBezTo>
                  <a:cubicBezTo>
                    <a:pt x="41" y="51"/>
                    <a:pt x="78" y="53"/>
                    <a:pt x="83" y="53"/>
                  </a:cubicBezTo>
                  <a:cubicBezTo>
                    <a:pt x="84" y="53"/>
                    <a:pt x="85" y="53"/>
                    <a:pt x="85" y="53"/>
                  </a:cubicBezTo>
                  <a:lnTo>
                    <a:pt x="85" y="59"/>
                  </a:lnTo>
                  <a:close/>
                  <a:moveTo>
                    <a:pt x="85" y="51"/>
                  </a:moveTo>
                  <a:cubicBezTo>
                    <a:pt x="85" y="51"/>
                    <a:pt x="85" y="51"/>
                    <a:pt x="85" y="51"/>
                  </a:cubicBezTo>
                  <a:cubicBezTo>
                    <a:pt x="76" y="51"/>
                    <a:pt x="67" y="50"/>
                    <a:pt x="58" y="49"/>
                  </a:cubicBezTo>
                  <a:cubicBezTo>
                    <a:pt x="43" y="48"/>
                    <a:pt x="37" y="48"/>
                    <a:pt x="35" y="48"/>
                  </a:cubicBezTo>
                  <a:cubicBezTo>
                    <a:pt x="35" y="48"/>
                    <a:pt x="35" y="48"/>
                    <a:pt x="34" y="48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9" y="45"/>
                    <a:pt x="74" y="48"/>
                    <a:pt x="85" y="49"/>
                  </a:cubicBezTo>
                  <a:lnTo>
                    <a:pt x="85" y="51"/>
                  </a:lnTo>
                  <a:close/>
                  <a:moveTo>
                    <a:pt x="85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3" y="48"/>
                    <a:pt x="81" y="47"/>
                    <a:pt x="80" y="47"/>
                  </a:cubicBezTo>
                  <a:cubicBezTo>
                    <a:pt x="72" y="47"/>
                    <a:pt x="74" y="47"/>
                    <a:pt x="66" y="46"/>
                  </a:cubicBezTo>
                  <a:cubicBezTo>
                    <a:pt x="58" y="45"/>
                    <a:pt x="40" y="43"/>
                    <a:pt x="36" y="43"/>
                  </a:cubicBezTo>
                  <a:cubicBezTo>
                    <a:pt x="32" y="43"/>
                    <a:pt x="29" y="43"/>
                    <a:pt x="23" y="44"/>
                  </a:cubicBezTo>
                  <a:cubicBezTo>
                    <a:pt x="18" y="45"/>
                    <a:pt x="13" y="46"/>
                    <a:pt x="12" y="46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4" y="45"/>
                    <a:pt x="29" y="42"/>
                    <a:pt x="35" y="42"/>
                  </a:cubicBezTo>
                  <a:cubicBezTo>
                    <a:pt x="42" y="42"/>
                    <a:pt x="53" y="44"/>
                    <a:pt x="63" y="45"/>
                  </a:cubicBezTo>
                  <a:cubicBezTo>
                    <a:pt x="68" y="45"/>
                    <a:pt x="77" y="46"/>
                    <a:pt x="85" y="47"/>
                  </a:cubicBezTo>
                  <a:lnTo>
                    <a:pt x="85" y="48"/>
                  </a:lnTo>
                  <a:close/>
                  <a:moveTo>
                    <a:pt x="12" y="42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40"/>
                    <a:pt x="18" y="38"/>
                    <a:pt x="21" y="38"/>
                  </a:cubicBezTo>
                  <a:cubicBezTo>
                    <a:pt x="24" y="37"/>
                    <a:pt x="30" y="36"/>
                    <a:pt x="34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9" y="38"/>
                    <a:pt x="24" y="40"/>
                    <a:pt x="22" y="41"/>
                  </a:cubicBezTo>
                  <a:cubicBezTo>
                    <a:pt x="20" y="41"/>
                    <a:pt x="13" y="42"/>
                    <a:pt x="12" y="42"/>
                  </a:cubicBezTo>
                  <a:close/>
                  <a:moveTo>
                    <a:pt x="85" y="45"/>
                  </a:moveTo>
                  <a:cubicBezTo>
                    <a:pt x="85" y="45"/>
                    <a:pt x="85" y="45"/>
                    <a:pt x="85" y="45"/>
                  </a:cubicBezTo>
                  <a:cubicBezTo>
                    <a:pt x="79" y="45"/>
                    <a:pt x="65" y="43"/>
                    <a:pt x="57" y="41"/>
                  </a:cubicBezTo>
                  <a:cubicBezTo>
                    <a:pt x="48" y="40"/>
                    <a:pt x="40" y="39"/>
                    <a:pt x="35" y="38"/>
                  </a:cubicBezTo>
                  <a:cubicBezTo>
                    <a:pt x="35" y="38"/>
                    <a:pt x="35" y="38"/>
                    <a:pt x="34" y="38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5" y="36"/>
                    <a:pt x="35" y="36"/>
                  </a:cubicBezTo>
                  <a:cubicBezTo>
                    <a:pt x="37" y="36"/>
                    <a:pt x="46" y="37"/>
                    <a:pt x="50" y="37"/>
                  </a:cubicBezTo>
                  <a:cubicBezTo>
                    <a:pt x="55" y="38"/>
                    <a:pt x="74" y="41"/>
                    <a:pt x="80" y="42"/>
                  </a:cubicBezTo>
                  <a:cubicBezTo>
                    <a:pt x="82" y="42"/>
                    <a:pt x="83" y="43"/>
                    <a:pt x="85" y="43"/>
                  </a:cubicBezTo>
                  <a:lnTo>
                    <a:pt x="85" y="45"/>
                  </a:lnTo>
                  <a:close/>
                  <a:moveTo>
                    <a:pt x="85" y="42"/>
                  </a:move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2" y="42"/>
                    <a:pt x="80" y="41"/>
                  </a:cubicBezTo>
                  <a:cubicBezTo>
                    <a:pt x="72" y="40"/>
                    <a:pt x="59" y="37"/>
                    <a:pt x="52" y="36"/>
                  </a:cubicBezTo>
                  <a:cubicBezTo>
                    <a:pt x="45" y="35"/>
                    <a:pt x="39" y="34"/>
                    <a:pt x="35" y="34"/>
                  </a:cubicBezTo>
                  <a:cubicBezTo>
                    <a:pt x="30" y="34"/>
                    <a:pt x="24" y="36"/>
                    <a:pt x="20" y="37"/>
                  </a:cubicBezTo>
                  <a:cubicBezTo>
                    <a:pt x="16" y="38"/>
                    <a:pt x="13" y="38"/>
                    <a:pt x="12" y="39"/>
                  </a:cubicBezTo>
                  <a:cubicBezTo>
                    <a:pt x="12" y="39"/>
                    <a:pt x="12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6" y="37"/>
                    <a:pt x="21" y="36"/>
                  </a:cubicBezTo>
                  <a:cubicBezTo>
                    <a:pt x="27" y="34"/>
                    <a:pt x="30" y="33"/>
                    <a:pt x="35" y="33"/>
                  </a:cubicBezTo>
                  <a:cubicBezTo>
                    <a:pt x="39" y="34"/>
                    <a:pt x="52" y="36"/>
                    <a:pt x="59" y="37"/>
                  </a:cubicBezTo>
                  <a:cubicBezTo>
                    <a:pt x="65" y="38"/>
                    <a:pt x="77" y="40"/>
                    <a:pt x="81" y="41"/>
                  </a:cubicBezTo>
                  <a:cubicBezTo>
                    <a:pt x="82" y="41"/>
                    <a:pt x="84" y="41"/>
                    <a:pt x="85" y="42"/>
                  </a:cubicBezTo>
                  <a:close/>
                  <a:moveTo>
                    <a:pt x="85" y="40"/>
                  </a:moveTo>
                  <a:cubicBezTo>
                    <a:pt x="85" y="40"/>
                    <a:pt x="85" y="40"/>
                    <a:pt x="85" y="40"/>
                  </a:cubicBezTo>
                  <a:cubicBezTo>
                    <a:pt x="81" y="39"/>
                    <a:pt x="76" y="38"/>
                    <a:pt x="72" y="37"/>
                  </a:cubicBezTo>
                  <a:cubicBezTo>
                    <a:pt x="63" y="35"/>
                    <a:pt x="51" y="33"/>
                    <a:pt x="46" y="32"/>
                  </a:cubicBezTo>
                  <a:cubicBezTo>
                    <a:pt x="40" y="30"/>
                    <a:pt x="37" y="29"/>
                    <a:pt x="34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7"/>
                    <a:pt x="46" y="29"/>
                    <a:pt x="49" y="29"/>
                  </a:cubicBezTo>
                  <a:cubicBezTo>
                    <a:pt x="53" y="30"/>
                    <a:pt x="63" y="32"/>
                    <a:pt x="67" y="33"/>
                  </a:cubicBezTo>
                  <a:cubicBezTo>
                    <a:pt x="69" y="33"/>
                    <a:pt x="78" y="36"/>
                    <a:pt x="85" y="37"/>
                  </a:cubicBezTo>
                  <a:lnTo>
                    <a:pt x="85" y="40"/>
                  </a:lnTo>
                  <a:close/>
                  <a:moveTo>
                    <a:pt x="85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78" y="35"/>
                    <a:pt x="69" y="32"/>
                    <a:pt x="65" y="31"/>
                  </a:cubicBezTo>
                  <a:cubicBezTo>
                    <a:pt x="59" y="30"/>
                    <a:pt x="39" y="25"/>
                    <a:pt x="34" y="25"/>
                  </a:cubicBezTo>
                  <a:cubicBezTo>
                    <a:pt x="30" y="25"/>
                    <a:pt x="13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2" y="30"/>
                    <a:pt x="20" y="28"/>
                    <a:pt x="22" y="27"/>
                  </a:cubicBezTo>
                  <a:cubicBezTo>
                    <a:pt x="25" y="26"/>
                    <a:pt x="31" y="24"/>
                    <a:pt x="33" y="24"/>
                  </a:cubicBezTo>
                  <a:cubicBezTo>
                    <a:pt x="36" y="24"/>
                    <a:pt x="47" y="27"/>
                    <a:pt x="52" y="28"/>
                  </a:cubicBezTo>
                  <a:cubicBezTo>
                    <a:pt x="57" y="29"/>
                    <a:pt x="78" y="34"/>
                    <a:pt x="83" y="35"/>
                  </a:cubicBezTo>
                  <a:cubicBezTo>
                    <a:pt x="83" y="35"/>
                    <a:pt x="84" y="35"/>
                    <a:pt x="85" y="36"/>
                  </a:cubicBezTo>
                  <a:close/>
                  <a:moveTo>
                    <a:pt x="85" y="34"/>
                  </a:moveTo>
                  <a:cubicBezTo>
                    <a:pt x="85" y="34"/>
                    <a:pt x="85" y="34"/>
                    <a:pt x="85" y="34"/>
                  </a:cubicBezTo>
                  <a:cubicBezTo>
                    <a:pt x="85" y="34"/>
                    <a:pt x="79" y="32"/>
                    <a:pt x="73" y="30"/>
                  </a:cubicBezTo>
                  <a:cubicBezTo>
                    <a:pt x="48" y="24"/>
                    <a:pt x="46" y="23"/>
                    <a:pt x="42" y="22"/>
                  </a:cubicBezTo>
                  <a:cubicBezTo>
                    <a:pt x="38" y="21"/>
                    <a:pt x="36" y="20"/>
                    <a:pt x="33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5" y="18"/>
                    <a:pt x="37" y="18"/>
                    <a:pt x="40" y="19"/>
                  </a:cubicBezTo>
                  <a:cubicBezTo>
                    <a:pt x="46" y="20"/>
                    <a:pt x="51" y="22"/>
                    <a:pt x="61" y="24"/>
                  </a:cubicBezTo>
                  <a:cubicBezTo>
                    <a:pt x="71" y="27"/>
                    <a:pt x="84" y="31"/>
                    <a:pt x="85" y="31"/>
                  </a:cubicBezTo>
                  <a:lnTo>
                    <a:pt x="85" y="34"/>
                  </a:lnTo>
                  <a:close/>
                  <a:moveTo>
                    <a:pt x="85" y="30"/>
                  </a:moveTo>
                  <a:cubicBezTo>
                    <a:pt x="85" y="30"/>
                    <a:pt x="85" y="30"/>
                    <a:pt x="85" y="30"/>
                  </a:cubicBezTo>
                  <a:cubicBezTo>
                    <a:pt x="83" y="30"/>
                    <a:pt x="51" y="20"/>
                    <a:pt x="44" y="18"/>
                  </a:cubicBezTo>
                  <a:cubicBezTo>
                    <a:pt x="36" y="16"/>
                    <a:pt x="32" y="15"/>
                    <a:pt x="28" y="17"/>
                  </a:cubicBezTo>
                  <a:cubicBezTo>
                    <a:pt x="24" y="19"/>
                    <a:pt x="12" y="23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3" y="22"/>
                    <a:pt x="18" y="20"/>
                  </a:cubicBezTo>
                  <a:cubicBezTo>
                    <a:pt x="23" y="17"/>
                    <a:pt x="30" y="15"/>
                    <a:pt x="32" y="15"/>
                  </a:cubicBezTo>
                  <a:cubicBezTo>
                    <a:pt x="35" y="15"/>
                    <a:pt x="60" y="22"/>
                    <a:pt x="68" y="24"/>
                  </a:cubicBezTo>
                  <a:cubicBezTo>
                    <a:pt x="72" y="26"/>
                    <a:pt x="79" y="28"/>
                    <a:pt x="85" y="29"/>
                  </a:cubicBezTo>
                  <a:lnTo>
                    <a:pt x="85" y="30"/>
                  </a:lnTo>
                  <a:close/>
                  <a:moveTo>
                    <a:pt x="105" y="59"/>
                  </a:moveTo>
                  <a:cubicBezTo>
                    <a:pt x="105" y="59"/>
                    <a:pt x="105" y="59"/>
                    <a:pt x="105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105" y="53"/>
                    <a:pt x="105" y="53"/>
                    <a:pt x="105" y="53"/>
                  </a:cubicBezTo>
                  <a:lnTo>
                    <a:pt x="105" y="59"/>
                  </a:lnTo>
                  <a:close/>
                  <a:moveTo>
                    <a:pt x="110" y="59"/>
                  </a:moveTo>
                  <a:cubicBezTo>
                    <a:pt x="110" y="59"/>
                    <a:pt x="110" y="59"/>
                    <a:pt x="110" y="59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9" y="54"/>
                    <a:pt x="110" y="54"/>
                    <a:pt x="110" y="54"/>
                  </a:cubicBezTo>
                  <a:cubicBezTo>
                    <a:pt x="110" y="52"/>
                    <a:pt x="110" y="52"/>
                    <a:pt x="110" y="52"/>
                  </a:cubicBezTo>
                  <a:cubicBezTo>
                    <a:pt x="110" y="52"/>
                    <a:pt x="109" y="52"/>
                    <a:pt x="109" y="52"/>
                  </a:cubicBezTo>
                  <a:cubicBezTo>
                    <a:pt x="108" y="52"/>
                    <a:pt x="106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5" y="52"/>
                    <a:pt x="105" y="52"/>
                    <a:pt x="105" y="52"/>
                  </a:cubicBezTo>
                  <a:cubicBezTo>
                    <a:pt x="104" y="52"/>
                    <a:pt x="100" y="52"/>
                    <a:pt x="98" y="51"/>
                  </a:cubicBezTo>
                  <a:cubicBezTo>
                    <a:pt x="96" y="51"/>
                    <a:pt x="90" y="51"/>
                    <a:pt x="87" y="51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8" y="49"/>
                    <a:pt x="91" y="50"/>
                    <a:pt x="94" y="50"/>
                  </a:cubicBezTo>
                  <a:cubicBezTo>
                    <a:pt x="97" y="50"/>
                    <a:pt x="110" y="50"/>
                    <a:pt x="110" y="50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99" y="49"/>
                    <a:pt x="94" y="49"/>
                  </a:cubicBezTo>
                  <a:cubicBezTo>
                    <a:pt x="91" y="49"/>
                    <a:pt x="88" y="48"/>
                    <a:pt x="87" y="48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8"/>
                    <a:pt x="91" y="48"/>
                    <a:pt x="93" y="48"/>
                  </a:cubicBezTo>
                  <a:cubicBezTo>
                    <a:pt x="97" y="49"/>
                    <a:pt x="110" y="49"/>
                    <a:pt x="110" y="49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98" y="47"/>
                    <a:pt x="93" y="47"/>
                  </a:cubicBezTo>
                  <a:cubicBezTo>
                    <a:pt x="90" y="46"/>
                    <a:pt x="88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9" y="43"/>
                  </a:cubicBezTo>
                  <a:cubicBezTo>
                    <a:pt x="91" y="44"/>
                    <a:pt x="97" y="45"/>
                    <a:pt x="99" y="45"/>
                  </a:cubicBezTo>
                  <a:cubicBezTo>
                    <a:pt x="101" y="45"/>
                    <a:pt x="109" y="45"/>
                    <a:pt x="110" y="45"/>
                  </a:cubicBezTo>
                  <a:lnTo>
                    <a:pt x="110" y="59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9" y="44"/>
                    <a:pt x="106" y="44"/>
                    <a:pt x="104" y="44"/>
                  </a:cubicBezTo>
                  <a:cubicBezTo>
                    <a:pt x="102" y="44"/>
                    <a:pt x="93" y="44"/>
                    <a:pt x="91" y="43"/>
                  </a:cubicBezTo>
                  <a:cubicBezTo>
                    <a:pt x="90" y="43"/>
                    <a:pt x="88" y="42"/>
                    <a:pt x="87" y="42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90" y="42"/>
                    <a:pt x="96" y="43"/>
                    <a:pt x="98" y="43"/>
                  </a:cubicBezTo>
                  <a:cubicBezTo>
                    <a:pt x="100" y="43"/>
                    <a:pt x="109" y="44"/>
                    <a:pt x="110" y="44"/>
                  </a:cubicBezTo>
                  <a:close/>
                  <a:moveTo>
                    <a:pt x="110" y="42"/>
                  </a:moveTo>
                  <a:cubicBezTo>
                    <a:pt x="110" y="42"/>
                    <a:pt x="110" y="42"/>
                    <a:pt x="110" y="42"/>
                  </a:cubicBezTo>
                  <a:cubicBezTo>
                    <a:pt x="109" y="42"/>
                    <a:pt x="100" y="42"/>
                    <a:pt x="96" y="41"/>
                  </a:cubicBezTo>
                  <a:cubicBezTo>
                    <a:pt x="92" y="41"/>
                    <a:pt x="89" y="41"/>
                    <a:pt x="87" y="40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9" y="37"/>
                    <a:pt x="96" y="39"/>
                    <a:pt x="99" y="39"/>
                  </a:cubicBezTo>
                  <a:cubicBezTo>
                    <a:pt x="103" y="39"/>
                    <a:pt x="110" y="39"/>
                    <a:pt x="110" y="39"/>
                  </a:cubicBezTo>
                  <a:cubicBezTo>
                    <a:pt x="110" y="37"/>
                    <a:pt x="110" y="37"/>
                    <a:pt x="110" y="37"/>
                  </a:cubicBezTo>
                  <a:cubicBezTo>
                    <a:pt x="110" y="37"/>
                    <a:pt x="104" y="37"/>
                    <a:pt x="100" y="37"/>
                  </a:cubicBezTo>
                  <a:cubicBezTo>
                    <a:pt x="96" y="37"/>
                    <a:pt x="90" y="36"/>
                    <a:pt x="87" y="3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92" y="31"/>
                    <a:pt x="96" y="32"/>
                    <a:pt x="99" y="32"/>
                  </a:cubicBezTo>
                  <a:cubicBezTo>
                    <a:pt x="105" y="33"/>
                    <a:pt x="126" y="32"/>
                    <a:pt x="135" y="32"/>
                  </a:cubicBezTo>
                  <a:cubicBezTo>
                    <a:pt x="142" y="32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4" y="33"/>
                    <a:pt x="139" y="33"/>
                    <a:pt x="136" y="33"/>
                  </a:cubicBezTo>
                  <a:cubicBezTo>
                    <a:pt x="133" y="33"/>
                    <a:pt x="127" y="33"/>
                    <a:pt x="123" y="33"/>
                  </a:cubicBezTo>
                  <a:cubicBezTo>
                    <a:pt x="120" y="33"/>
                    <a:pt x="112" y="33"/>
                    <a:pt x="112" y="33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0" y="33"/>
                    <a:pt x="110" y="33"/>
                    <a:pt x="110" y="33"/>
                  </a:cubicBezTo>
                  <a:lnTo>
                    <a:pt x="110" y="42"/>
                  </a:lnTo>
                  <a:close/>
                  <a:moveTo>
                    <a:pt x="112" y="59"/>
                  </a:moveTo>
                  <a:cubicBezTo>
                    <a:pt x="112" y="59"/>
                    <a:pt x="112" y="59"/>
                    <a:pt x="112" y="59"/>
                  </a:cubicBezTo>
                  <a:cubicBezTo>
                    <a:pt x="112" y="55"/>
                    <a:pt x="112" y="55"/>
                    <a:pt x="112" y="55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41" y="59"/>
                    <a:pt x="141" y="59"/>
                    <a:pt x="141" y="59"/>
                  </a:cubicBezTo>
                  <a:lnTo>
                    <a:pt x="112" y="59"/>
                  </a:lnTo>
                  <a:close/>
                  <a:moveTo>
                    <a:pt x="141" y="54"/>
                  </a:move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40" y="54"/>
                    <a:pt x="134" y="54"/>
                    <a:pt x="129" y="54"/>
                  </a:cubicBezTo>
                  <a:cubicBezTo>
                    <a:pt x="124" y="54"/>
                    <a:pt x="113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4" y="54"/>
                    <a:pt x="115" y="54"/>
                    <a:pt x="116" y="53"/>
                  </a:cubicBezTo>
                  <a:cubicBezTo>
                    <a:pt x="124" y="53"/>
                    <a:pt x="138" y="54"/>
                    <a:pt x="142" y="54"/>
                  </a:cubicBezTo>
                  <a:lnTo>
                    <a:pt x="141" y="54"/>
                  </a:lnTo>
                  <a:close/>
                  <a:moveTo>
                    <a:pt x="146" y="15"/>
                  </a:moveTo>
                  <a:cubicBezTo>
                    <a:pt x="146" y="15"/>
                    <a:pt x="146" y="15"/>
                    <a:pt x="146" y="15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5"/>
                    <a:pt x="142" y="14"/>
                    <a:pt x="143" y="14"/>
                  </a:cubicBezTo>
                  <a:cubicBezTo>
                    <a:pt x="144" y="14"/>
                    <a:pt x="145" y="15"/>
                    <a:pt x="146" y="15"/>
                  </a:cubicBezTo>
                  <a:close/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lose/>
                  <a:moveTo>
                    <a:pt x="20" y="14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5" y="18"/>
                    <a:pt x="17" y="17"/>
                  </a:cubicBezTo>
                  <a:cubicBezTo>
                    <a:pt x="19" y="16"/>
                    <a:pt x="23" y="14"/>
                    <a:pt x="23" y="14"/>
                  </a:cubicBezTo>
                  <a:cubicBezTo>
                    <a:pt x="23" y="14"/>
                    <a:pt x="22" y="14"/>
                    <a:pt x="20" y="14"/>
                  </a:cubicBezTo>
                  <a:close/>
                  <a:moveTo>
                    <a:pt x="10" y="16"/>
                  </a:move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2" y="15"/>
                    <a:pt x="13" y="15"/>
                  </a:cubicBezTo>
                  <a:cubicBezTo>
                    <a:pt x="13" y="15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lnTo>
                    <a:pt x="1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559" y="4150"/>
              <a:ext cx="399" cy="149"/>
            </a:xfrm>
            <a:custGeom>
              <a:avLst/>
              <a:gdLst>
                <a:gd name="T0" fmla="*/ 140 w 154"/>
                <a:gd name="T1" fmla="*/ 42 h 56"/>
                <a:gd name="T2" fmla="*/ 80 w 154"/>
                <a:gd name="T3" fmla="*/ 11 h 56"/>
                <a:gd name="T4" fmla="*/ 101 w 154"/>
                <a:gd name="T5" fmla="*/ 30 h 56"/>
                <a:gd name="T6" fmla="*/ 80 w 154"/>
                <a:gd name="T7" fmla="*/ 17 h 56"/>
                <a:gd name="T8" fmla="*/ 106 w 154"/>
                <a:gd name="T9" fmla="*/ 29 h 56"/>
                <a:gd name="T10" fmla="*/ 109 w 154"/>
                <a:gd name="T11" fmla="*/ 1 h 56"/>
                <a:gd name="T12" fmla="*/ 78 w 154"/>
                <a:gd name="T13" fmla="*/ 25 h 56"/>
                <a:gd name="T14" fmla="*/ 11 w 154"/>
                <a:gd name="T15" fmla="*/ 53 h 56"/>
                <a:gd name="T16" fmla="*/ 2 w 154"/>
                <a:gd name="T17" fmla="*/ 50 h 56"/>
                <a:gd name="T18" fmla="*/ 5 w 154"/>
                <a:gd name="T19" fmla="*/ 45 h 56"/>
                <a:gd name="T20" fmla="*/ 6 w 154"/>
                <a:gd name="T21" fmla="*/ 44 h 56"/>
                <a:gd name="T22" fmla="*/ 8 w 154"/>
                <a:gd name="T23" fmla="*/ 44 h 56"/>
                <a:gd name="T24" fmla="*/ 10 w 154"/>
                <a:gd name="T25" fmla="*/ 50 h 56"/>
                <a:gd name="T26" fmla="*/ 12 w 154"/>
                <a:gd name="T27" fmla="*/ 43 h 56"/>
                <a:gd name="T28" fmla="*/ 13 w 154"/>
                <a:gd name="T29" fmla="*/ 43 h 56"/>
                <a:gd name="T30" fmla="*/ 77 w 154"/>
                <a:gd name="T31" fmla="*/ 19 h 56"/>
                <a:gd name="T32" fmla="*/ 79 w 154"/>
                <a:gd name="T33" fmla="*/ 27 h 56"/>
                <a:gd name="T34" fmla="*/ 83 w 154"/>
                <a:gd name="T35" fmla="*/ 40 h 56"/>
                <a:gd name="T36" fmla="*/ 83 w 154"/>
                <a:gd name="T37" fmla="*/ 39 h 56"/>
                <a:gd name="T38" fmla="*/ 71 w 154"/>
                <a:gd name="T39" fmla="*/ 44 h 56"/>
                <a:gd name="T40" fmla="*/ 98 w 154"/>
                <a:gd name="T41" fmla="*/ 36 h 56"/>
                <a:gd name="T42" fmla="*/ 98 w 154"/>
                <a:gd name="T43" fmla="*/ 42 h 56"/>
                <a:gd name="T44" fmla="*/ 88 w 154"/>
                <a:gd name="T45" fmla="*/ 39 h 56"/>
                <a:gd name="T46" fmla="*/ 98 w 154"/>
                <a:gd name="T47" fmla="*/ 36 h 56"/>
                <a:gd name="T48" fmla="*/ 60 w 154"/>
                <a:gd name="T49" fmla="*/ 40 h 56"/>
                <a:gd name="T50" fmla="*/ 65 w 154"/>
                <a:gd name="T51" fmla="*/ 47 h 56"/>
                <a:gd name="T52" fmla="*/ 122 w 154"/>
                <a:gd name="T53" fmla="*/ 47 h 56"/>
                <a:gd name="T54" fmla="*/ 113 w 154"/>
                <a:gd name="T55" fmla="*/ 35 h 56"/>
                <a:gd name="T56" fmla="*/ 126 w 154"/>
                <a:gd name="T57" fmla="*/ 45 h 56"/>
                <a:gd name="T58" fmla="*/ 77 w 154"/>
                <a:gd name="T59" fmla="*/ 12 h 56"/>
                <a:gd name="T60" fmla="*/ 92 w 154"/>
                <a:gd name="T61" fmla="*/ 10 h 56"/>
                <a:gd name="T62" fmla="*/ 83 w 154"/>
                <a:gd name="T63" fmla="*/ 13 h 56"/>
                <a:gd name="T64" fmla="*/ 83 w 154"/>
                <a:gd name="T65" fmla="*/ 32 h 56"/>
                <a:gd name="T66" fmla="*/ 75 w 154"/>
                <a:gd name="T67" fmla="*/ 22 h 56"/>
                <a:gd name="T68" fmla="*/ 106 w 154"/>
                <a:gd name="T69" fmla="*/ 32 h 56"/>
                <a:gd name="T70" fmla="*/ 83 w 154"/>
                <a:gd name="T71" fmla="*/ 16 h 56"/>
                <a:gd name="T72" fmla="*/ 91 w 154"/>
                <a:gd name="T73" fmla="*/ 19 h 56"/>
                <a:gd name="T74" fmla="*/ 91 w 154"/>
                <a:gd name="T75" fmla="*/ 24 h 56"/>
                <a:gd name="T76" fmla="*/ 91 w 154"/>
                <a:gd name="T77" fmla="*/ 28 h 56"/>
                <a:gd name="T78" fmla="*/ 99 w 154"/>
                <a:gd name="T79" fmla="*/ 32 h 56"/>
                <a:gd name="T80" fmla="*/ 70 w 154"/>
                <a:gd name="T81" fmla="*/ 47 h 56"/>
                <a:gd name="T82" fmla="*/ 45 w 154"/>
                <a:gd name="T83" fmla="*/ 48 h 56"/>
                <a:gd name="T84" fmla="*/ 59 w 154"/>
                <a:gd name="T85" fmla="*/ 48 h 56"/>
                <a:gd name="T86" fmla="*/ 79 w 154"/>
                <a:gd name="T87" fmla="*/ 47 h 56"/>
                <a:gd name="T88" fmla="*/ 94 w 154"/>
                <a:gd name="T89" fmla="*/ 48 h 56"/>
                <a:gd name="T90" fmla="*/ 111 w 154"/>
                <a:gd name="T91" fmla="*/ 47 h 56"/>
                <a:gd name="T92" fmla="*/ 112 w 154"/>
                <a:gd name="T93" fmla="*/ 43 h 56"/>
                <a:gd name="T94" fmla="*/ 115 w 154"/>
                <a:gd name="T95" fmla="*/ 12 h 56"/>
                <a:gd name="T96" fmla="*/ 115 w 154"/>
                <a:gd name="T97" fmla="*/ 21 h 56"/>
                <a:gd name="T98" fmla="*/ 115 w 154"/>
                <a:gd name="T99" fmla="*/ 30 h 56"/>
                <a:gd name="T100" fmla="*/ 114 w 154"/>
                <a:gd name="T101" fmla="*/ 11 h 56"/>
                <a:gd name="T102" fmla="*/ 115 w 154"/>
                <a:gd name="T103" fmla="*/ 20 h 56"/>
                <a:gd name="T104" fmla="*/ 114 w 154"/>
                <a:gd name="T105" fmla="*/ 29 h 56"/>
                <a:gd name="T106" fmla="*/ 151 w 154"/>
                <a:gd name="T107" fmla="*/ 45 h 56"/>
                <a:gd name="T108" fmla="*/ 47 w 154"/>
                <a:gd name="T109" fmla="*/ 39 h 56"/>
                <a:gd name="T110" fmla="*/ 47 w 154"/>
                <a:gd name="T111" fmla="*/ 45 h 56"/>
                <a:gd name="T112" fmla="*/ 103 w 154"/>
                <a:gd name="T113" fmla="*/ 29 h 56"/>
                <a:gd name="T114" fmla="*/ 100 w 154"/>
                <a:gd name="T115" fmla="*/ 18 h 56"/>
                <a:gd name="T116" fmla="*/ 104 w 154"/>
                <a:gd name="T117" fmla="*/ 29 h 56"/>
                <a:gd name="T118" fmla="*/ 103 w 154"/>
                <a:gd name="T119" fmla="*/ 5 h 56"/>
                <a:gd name="T120" fmla="*/ 71 w 154"/>
                <a:gd name="T121" fmla="*/ 39 h 56"/>
                <a:gd name="T122" fmla="*/ 60 w 154"/>
                <a:gd name="T123" fmla="*/ 45 h 56"/>
                <a:gd name="T124" fmla="*/ 64 w 154"/>
                <a:gd name="T125" fmla="*/ 4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4" h="56">
                  <a:moveTo>
                    <a:pt x="79" y="32"/>
                  </a:moveTo>
                  <a:cubicBezTo>
                    <a:pt x="80" y="32"/>
                    <a:pt x="80" y="32"/>
                    <a:pt x="80" y="32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9" y="30"/>
                    <a:pt x="79" y="30"/>
                    <a:pt x="79" y="30"/>
                  </a:cubicBezTo>
                  <a:lnTo>
                    <a:pt x="79" y="32"/>
                  </a:lnTo>
                  <a:close/>
                  <a:moveTo>
                    <a:pt x="80" y="25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80" y="27"/>
                    <a:pt x="80" y="27"/>
                    <a:pt x="80" y="27"/>
                  </a:cubicBezTo>
                  <a:lnTo>
                    <a:pt x="80" y="25"/>
                  </a:lnTo>
                  <a:close/>
                  <a:moveTo>
                    <a:pt x="79" y="35"/>
                  </a:moveTo>
                  <a:cubicBezTo>
                    <a:pt x="79" y="35"/>
                    <a:pt x="79" y="35"/>
                    <a:pt x="79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79" y="32"/>
                    <a:pt x="79" y="32"/>
                    <a:pt x="79" y="32"/>
                  </a:cubicBezTo>
                  <a:lnTo>
                    <a:pt x="79" y="35"/>
                  </a:lnTo>
                  <a:close/>
                  <a:moveTo>
                    <a:pt x="79" y="9"/>
                  </a:move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8" y="11"/>
                  </a:ln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1" y="42"/>
                    <a:pt x="141" y="42"/>
                    <a:pt x="141" y="42"/>
                  </a:cubicBezTo>
                  <a:cubicBezTo>
                    <a:pt x="140" y="41"/>
                    <a:pt x="140" y="41"/>
                    <a:pt x="140" y="41"/>
                  </a:cubicBezTo>
                  <a:lnTo>
                    <a:pt x="140" y="42"/>
                  </a:lnTo>
                  <a:close/>
                  <a:moveTo>
                    <a:pt x="142" y="42"/>
                  </a:moveTo>
                  <a:cubicBezTo>
                    <a:pt x="142" y="42"/>
                    <a:pt x="142" y="42"/>
                    <a:pt x="142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lnTo>
                    <a:pt x="142" y="42"/>
                  </a:lnTo>
                  <a:close/>
                  <a:moveTo>
                    <a:pt x="141" y="38"/>
                  </a:move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40"/>
                    <a:pt x="141" y="40"/>
                  </a:cubicBezTo>
                  <a:cubicBezTo>
                    <a:pt x="142" y="40"/>
                    <a:pt x="142" y="40"/>
                    <a:pt x="142" y="40"/>
                  </a:cubicBezTo>
                  <a:lnTo>
                    <a:pt x="141" y="38"/>
                  </a:lnTo>
                  <a:close/>
                  <a:moveTo>
                    <a:pt x="79" y="16"/>
                  </a:moveTo>
                  <a:cubicBezTo>
                    <a:pt x="79" y="16"/>
                    <a:pt x="79" y="16"/>
                    <a:pt x="79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9" y="14"/>
                    <a:pt x="79" y="14"/>
                    <a:pt x="79" y="14"/>
                  </a:cubicBezTo>
                  <a:lnTo>
                    <a:pt x="79" y="16"/>
                  </a:lnTo>
                  <a:close/>
                  <a:moveTo>
                    <a:pt x="79" y="29"/>
                  </a:moveTo>
                  <a:cubicBezTo>
                    <a:pt x="79" y="29"/>
                    <a:pt x="79" y="29"/>
                    <a:pt x="79" y="29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0" y="27"/>
                    <a:pt x="80" y="27"/>
                    <a:pt x="80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79" y="27"/>
                    <a:pt x="79" y="27"/>
                    <a:pt x="79" y="27"/>
                  </a:cubicBezTo>
                  <a:lnTo>
                    <a:pt x="79" y="29"/>
                  </a:lnTo>
                  <a:close/>
                  <a:moveTo>
                    <a:pt x="82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8"/>
                    <a:pt x="82" y="8"/>
                    <a:pt x="82" y="8"/>
                  </a:cubicBezTo>
                  <a:close/>
                  <a:moveTo>
                    <a:pt x="80" y="11"/>
                  </a:moveTo>
                  <a:cubicBezTo>
                    <a:pt x="80" y="11"/>
                    <a:pt x="80" y="11"/>
                    <a:pt x="80" y="11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11"/>
                    <a:pt x="82" y="11"/>
                    <a:pt x="82" y="11"/>
                  </a:cubicBezTo>
                  <a:lnTo>
                    <a:pt x="80" y="11"/>
                  </a:lnTo>
                  <a:close/>
                  <a:moveTo>
                    <a:pt x="84" y="8"/>
                  </a:move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8"/>
                    <a:pt x="84" y="8"/>
                    <a:pt x="84" y="8"/>
                  </a:cubicBezTo>
                  <a:close/>
                  <a:moveTo>
                    <a:pt x="82" y="10"/>
                  </a:moveTo>
                  <a:cubicBezTo>
                    <a:pt x="82" y="10"/>
                    <a:pt x="82" y="10"/>
                    <a:pt x="82" y="10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0"/>
                    <a:pt x="84" y="10"/>
                    <a:pt x="84" y="10"/>
                  </a:cubicBezTo>
                  <a:lnTo>
                    <a:pt x="82" y="10"/>
                  </a:lnTo>
                  <a:close/>
                  <a:moveTo>
                    <a:pt x="91" y="6"/>
                  </a:moveTo>
                  <a:cubicBezTo>
                    <a:pt x="91" y="6"/>
                    <a:pt x="91" y="6"/>
                    <a:pt x="91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lnTo>
                    <a:pt x="91" y="6"/>
                  </a:lnTo>
                  <a:close/>
                  <a:moveTo>
                    <a:pt x="90" y="8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90" y="8"/>
                  </a:lnTo>
                  <a:close/>
                  <a:moveTo>
                    <a:pt x="100" y="33"/>
                  </a:moveTo>
                  <a:cubicBezTo>
                    <a:pt x="100" y="33"/>
                    <a:pt x="100" y="33"/>
                    <a:pt x="100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0" y="30"/>
                    <a:pt x="100" y="30"/>
                    <a:pt x="100" y="30"/>
                  </a:cubicBezTo>
                  <a:lnTo>
                    <a:pt x="100" y="33"/>
                  </a:lnTo>
                  <a:close/>
                  <a:moveTo>
                    <a:pt x="136" y="36"/>
                  </a:moveTo>
                  <a:cubicBezTo>
                    <a:pt x="136" y="36"/>
                    <a:pt x="136" y="36"/>
                    <a:pt x="13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6" y="37"/>
                    <a:pt x="136" y="37"/>
                    <a:pt x="136" y="37"/>
                  </a:cubicBezTo>
                  <a:lnTo>
                    <a:pt x="136" y="36"/>
                  </a:lnTo>
                  <a:close/>
                  <a:moveTo>
                    <a:pt x="136" y="42"/>
                  </a:moveTo>
                  <a:cubicBezTo>
                    <a:pt x="136" y="42"/>
                    <a:pt x="136" y="42"/>
                    <a:pt x="136" y="42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6" y="41"/>
                    <a:pt x="136" y="41"/>
                    <a:pt x="136" y="41"/>
                  </a:cubicBezTo>
                  <a:lnTo>
                    <a:pt x="136" y="42"/>
                  </a:lnTo>
                  <a:close/>
                  <a:moveTo>
                    <a:pt x="135" y="39"/>
                  </a:moveTo>
                  <a:cubicBezTo>
                    <a:pt x="135" y="39"/>
                    <a:pt x="135" y="39"/>
                    <a:pt x="135" y="39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4" y="39"/>
                    <a:pt x="134" y="39"/>
                    <a:pt x="134" y="39"/>
                  </a:cubicBezTo>
                  <a:lnTo>
                    <a:pt x="135" y="39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79" y="19"/>
                    <a:pt x="79" y="19"/>
                    <a:pt x="79" y="19"/>
                  </a:cubicBezTo>
                  <a:lnTo>
                    <a:pt x="79" y="21"/>
                  </a:lnTo>
                  <a:close/>
                  <a:moveTo>
                    <a:pt x="79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9" y="22"/>
                    <a:pt x="79" y="22"/>
                    <a:pt x="79" y="22"/>
                  </a:cubicBezTo>
                  <a:lnTo>
                    <a:pt x="79" y="24"/>
                  </a:lnTo>
                  <a:close/>
                  <a:moveTo>
                    <a:pt x="139" y="41"/>
                  </a:moveTo>
                  <a:cubicBezTo>
                    <a:pt x="139" y="41"/>
                    <a:pt x="139" y="41"/>
                    <a:pt x="139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7" y="40"/>
                    <a:pt x="137" y="40"/>
                    <a:pt x="137" y="40"/>
                  </a:cubicBezTo>
                  <a:lnTo>
                    <a:pt x="139" y="41"/>
                  </a:lnTo>
                  <a:close/>
                  <a:moveTo>
                    <a:pt x="79" y="19"/>
                  </a:moveTo>
                  <a:cubicBezTo>
                    <a:pt x="79" y="19"/>
                    <a:pt x="79" y="19"/>
                    <a:pt x="79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79" y="16"/>
                    <a:pt x="79" y="16"/>
                    <a:pt x="79" y="16"/>
                  </a:cubicBezTo>
                  <a:lnTo>
                    <a:pt x="79" y="19"/>
                  </a:lnTo>
                  <a:close/>
                  <a:moveTo>
                    <a:pt x="144" y="42"/>
                  </a:moveTo>
                  <a:cubicBezTo>
                    <a:pt x="144" y="42"/>
                    <a:pt x="144" y="42"/>
                    <a:pt x="144" y="42"/>
                  </a:cubicBezTo>
                  <a:cubicBezTo>
                    <a:pt x="144" y="41"/>
                    <a:pt x="144" y="41"/>
                    <a:pt x="144" y="41"/>
                  </a:cubicBezTo>
                  <a:cubicBezTo>
                    <a:pt x="143" y="41"/>
                    <a:pt x="143" y="41"/>
                    <a:pt x="143" y="41"/>
                  </a:cubicBezTo>
                  <a:lnTo>
                    <a:pt x="144" y="42"/>
                  </a:lnTo>
                  <a:close/>
                  <a:moveTo>
                    <a:pt x="137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37" y="36"/>
                    <a:pt x="137" y="36"/>
                    <a:pt x="137" y="36"/>
                  </a:cubicBezTo>
                  <a:lnTo>
                    <a:pt x="137" y="38"/>
                  </a:lnTo>
                  <a:close/>
                  <a:moveTo>
                    <a:pt x="107" y="19"/>
                  </a:moveTo>
                  <a:cubicBezTo>
                    <a:pt x="107" y="19"/>
                    <a:pt x="107" y="19"/>
                    <a:pt x="107" y="19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9"/>
                    <a:pt x="106" y="19"/>
                    <a:pt x="106" y="19"/>
                  </a:cubicBezTo>
                  <a:lnTo>
                    <a:pt x="107" y="19"/>
                  </a:lnTo>
                  <a:close/>
                  <a:moveTo>
                    <a:pt x="140" y="36"/>
                  </a:moveTo>
                  <a:cubicBezTo>
                    <a:pt x="140" y="36"/>
                    <a:pt x="140" y="36"/>
                    <a:pt x="140" y="36"/>
                  </a:cubicBezTo>
                  <a:cubicBezTo>
                    <a:pt x="144" y="40"/>
                    <a:pt x="144" y="40"/>
                    <a:pt x="144" y="40"/>
                  </a:cubicBezTo>
                  <a:cubicBezTo>
                    <a:pt x="144" y="35"/>
                    <a:pt x="144" y="35"/>
                    <a:pt x="144" y="35"/>
                  </a:cubicBezTo>
                  <a:lnTo>
                    <a:pt x="140" y="36"/>
                  </a:lnTo>
                  <a:close/>
                  <a:moveTo>
                    <a:pt x="107" y="22"/>
                  </a:moveTo>
                  <a:cubicBezTo>
                    <a:pt x="107" y="22"/>
                    <a:pt x="107" y="22"/>
                    <a:pt x="107" y="22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9" y="19"/>
                    <a:pt x="109" y="19"/>
                    <a:pt x="109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2"/>
                    <a:pt x="106" y="22"/>
                    <a:pt x="106" y="22"/>
                  </a:cubicBezTo>
                  <a:lnTo>
                    <a:pt x="107" y="22"/>
                  </a:lnTo>
                  <a:close/>
                  <a:moveTo>
                    <a:pt x="107" y="32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32"/>
                    <a:pt x="106" y="32"/>
                    <a:pt x="106" y="32"/>
                  </a:cubicBezTo>
                  <a:lnTo>
                    <a:pt x="107" y="32"/>
                  </a:lnTo>
                  <a:close/>
                  <a:moveTo>
                    <a:pt x="107" y="29"/>
                  </a:moveTo>
                  <a:cubicBezTo>
                    <a:pt x="107" y="29"/>
                    <a:pt x="107" y="29"/>
                    <a:pt x="107" y="2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7" y="29"/>
                  </a:lnTo>
                  <a:close/>
                  <a:moveTo>
                    <a:pt x="107" y="25"/>
                  </a:moveTo>
                  <a:cubicBezTo>
                    <a:pt x="107" y="25"/>
                    <a:pt x="107" y="25"/>
                    <a:pt x="107" y="25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6"/>
                    <a:pt x="106" y="26"/>
                    <a:pt x="106" y="26"/>
                  </a:cubicBezTo>
                  <a:lnTo>
                    <a:pt x="107" y="25"/>
                  </a:lnTo>
                  <a:close/>
                  <a:moveTo>
                    <a:pt x="100" y="29"/>
                  </a:moveTo>
                  <a:cubicBezTo>
                    <a:pt x="100" y="29"/>
                    <a:pt x="100" y="29"/>
                    <a:pt x="100" y="29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0" y="27"/>
                    <a:pt x="100" y="27"/>
                    <a:pt x="100" y="27"/>
                  </a:cubicBezTo>
                  <a:lnTo>
                    <a:pt x="100" y="29"/>
                  </a:lnTo>
                  <a:close/>
                  <a:moveTo>
                    <a:pt x="107" y="13"/>
                  </a:moveTo>
                  <a:cubicBezTo>
                    <a:pt x="107" y="13"/>
                    <a:pt x="107" y="13"/>
                    <a:pt x="107" y="13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13"/>
                    <a:pt x="106" y="13"/>
                    <a:pt x="106" y="13"/>
                  </a:cubicBezTo>
                  <a:lnTo>
                    <a:pt x="107" y="13"/>
                  </a:ln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7"/>
                    <a:pt x="106" y="7"/>
                    <a:pt x="106" y="7"/>
                  </a:cubicBezTo>
                  <a:lnTo>
                    <a:pt x="107" y="7"/>
                  </a:lnTo>
                  <a:close/>
                  <a:moveTo>
                    <a:pt x="107" y="2"/>
                  </a:moveTo>
                  <a:cubicBezTo>
                    <a:pt x="107" y="2"/>
                    <a:pt x="107" y="2"/>
                    <a:pt x="107" y="2"/>
                  </a:cubicBezTo>
                  <a:cubicBezTo>
                    <a:pt x="109" y="1"/>
                    <a:pt x="109" y="1"/>
                    <a:pt x="109" y="1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7" y="4"/>
                    <a:pt x="107" y="4"/>
                    <a:pt x="107" y="4"/>
                  </a:cubicBezTo>
                  <a:lnTo>
                    <a:pt x="107" y="2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lnTo>
                    <a:pt x="75" y="10"/>
                  </a:lnTo>
                  <a:close/>
                  <a:moveTo>
                    <a:pt x="107" y="10"/>
                  </a:moveTo>
                  <a:cubicBezTo>
                    <a:pt x="107" y="10"/>
                    <a:pt x="107" y="10"/>
                    <a:pt x="107" y="10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0"/>
                    <a:pt x="106" y="10"/>
                    <a:pt x="106" y="10"/>
                  </a:cubicBezTo>
                  <a:lnTo>
                    <a:pt x="107" y="10"/>
                  </a:lnTo>
                  <a:close/>
                  <a:moveTo>
                    <a:pt x="107" y="16"/>
                  </a:moveTo>
                  <a:cubicBezTo>
                    <a:pt x="107" y="16"/>
                    <a:pt x="107" y="16"/>
                    <a:pt x="107" y="16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6"/>
                    <a:pt x="106" y="16"/>
                    <a:pt x="106" y="16"/>
                  </a:cubicBezTo>
                  <a:lnTo>
                    <a:pt x="107" y="16"/>
                  </a:lnTo>
                  <a:close/>
                  <a:moveTo>
                    <a:pt x="77" y="17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17"/>
                  </a:lnTo>
                  <a:close/>
                  <a:moveTo>
                    <a:pt x="78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8" y="25"/>
                  </a:lnTo>
                  <a:close/>
                  <a:moveTo>
                    <a:pt x="78" y="11"/>
                  </a:moveTo>
                  <a:cubicBezTo>
                    <a:pt x="78" y="11"/>
                    <a:pt x="78" y="11"/>
                    <a:pt x="78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8" y="10"/>
                    <a:pt x="78" y="10"/>
                    <a:pt x="78" y="10"/>
                  </a:cubicBezTo>
                  <a:lnTo>
                    <a:pt x="78" y="11"/>
                  </a:lnTo>
                  <a:close/>
                  <a:moveTo>
                    <a:pt x="28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28" y="53"/>
                    <a:pt x="28" y="53"/>
                    <a:pt x="28" y="53"/>
                  </a:cubicBezTo>
                  <a:lnTo>
                    <a:pt x="28" y="40"/>
                  </a:lnTo>
                  <a:close/>
                  <a:moveTo>
                    <a:pt x="5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5" y="53"/>
                    <a:pt x="5" y="53"/>
                    <a:pt x="5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5" y="52"/>
                    <a:pt x="5" y="52"/>
                    <a:pt x="5" y="52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1"/>
                  </a:moveTo>
                  <a:cubicBezTo>
                    <a:pt x="5" y="51"/>
                    <a:pt x="5" y="51"/>
                    <a:pt x="5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5" y="51"/>
                    <a:pt x="5" y="51"/>
                    <a:pt x="5" y="51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50"/>
                  </a:move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5" y="50"/>
                    <a:pt x="5" y="50"/>
                    <a:pt x="5" y="50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5" y="49"/>
                    <a:pt x="5" y="49"/>
                    <a:pt x="5" y="49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8"/>
                    <a:pt x="5" y="48"/>
                    <a:pt x="5" y="48"/>
                  </a:cubicBezTo>
                  <a:close/>
                  <a:moveTo>
                    <a:pt x="5" y="48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5" y="47"/>
                    <a:pt x="5" y="47"/>
                    <a:pt x="5" y="47"/>
                  </a:cubicBezTo>
                  <a:lnTo>
                    <a:pt x="5" y="48"/>
                  </a:ln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5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5" y="46"/>
                    <a:pt x="5" y="46"/>
                    <a:pt x="5" y="46"/>
                  </a:cubicBezTo>
                  <a:lnTo>
                    <a:pt x="5" y="47"/>
                  </a:ln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6"/>
                    <a:pt x="5" y="46"/>
                    <a:pt x="5" y="46"/>
                  </a:cubicBezTo>
                  <a:close/>
                  <a:moveTo>
                    <a:pt x="5" y="46"/>
                  </a:moveTo>
                  <a:cubicBezTo>
                    <a:pt x="5" y="46"/>
                    <a:pt x="5" y="46"/>
                    <a:pt x="5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5" y="45"/>
                    <a:pt x="5" y="45"/>
                    <a:pt x="5" y="45"/>
                  </a:cubicBezTo>
                  <a:lnTo>
                    <a:pt x="5" y="46"/>
                  </a:ln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5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lnTo>
                    <a:pt x="5" y="45"/>
                  </a:ln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5" y="44"/>
                    <a:pt x="5" y="44"/>
                    <a:pt x="5" y="44"/>
                  </a:cubicBezTo>
                  <a:close/>
                  <a:moveTo>
                    <a:pt x="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lnTo>
                    <a:pt x="5" y="44"/>
                  </a:ln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5" y="43"/>
                  </a:moveTo>
                  <a:cubicBezTo>
                    <a:pt x="5" y="43"/>
                    <a:pt x="5" y="43"/>
                    <a:pt x="5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5" y="42"/>
                    <a:pt x="5" y="42"/>
                    <a:pt x="5" y="42"/>
                  </a:cubicBezTo>
                  <a:lnTo>
                    <a:pt x="5" y="43"/>
                  </a:ln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6" y="5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lnTo>
                    <a:pt x="6" y="50"/>
                  </a:ln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4"/>
                  </a:cubicBezTo>
                  <a:close/>
                  <a:moveTo>
                    <a:pt x="6" y="44"/>
                  </a:moveTo>
                  <a:cubicBezTo>
                    <a:pt x="6" y="44"/>
                    <a:pt x="6" y="44"/>
                    <a:pt x="6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6" y="42"/>
                    <a:pt x="6" y="42"/>
                    <a:pt x="6" y="42"/>
                  </a:cubicBezTo>
                  <a:lnTo>
                    <a:pt x="6" y="44"/>
                  </a:lnTo>
                  <a:close/>
                  <a:moveTo>
                    <a:pt x="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lose/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lnTo>
                    <a:pt x="7" y="50"/>
                  </a:ln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lose/>
                  <a:moveTo>
                    <a:pt x="7" y="44"/>
                  </a:move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7" y="44"/>
                  </a:lnTo>
                  <a:close/>
                  <a:moveTo>
                    <a:pt x="7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lose/>
                  <a:moveTo>
                    <a:pt x="8" y="50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lnTo>
                    <a:pt x="8" y="50"/>
                  </a:ln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4"/>
                    <a:pt x="8" y="44"/>
                    <a:pt x="8" y="44"/>
                  </a:cubicBezTo>
                  <a:close/>
                  <a:moveTo>
                    <a:pt x="8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lnTo>
                    <a:pt x="8" y="44"/>
                  </a:lnTo>
                  <a:close/>
                  <a:moveTo>
                    <a:pt x="8" y="42"/>
                  </a:moveTo>
                  <a:cubicBezTo>
                    <a:pt x="8" y="42"/>
                    <a:pt x="8" y="42"/>
                    <a:pt x="8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2"/>
                    <a:pt x="8" y="42"/>
                    <a:pt x="8" y="42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lose/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lnTo>
                    <a:pt x="9" y="50"/>
                  </a:ln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lose/>
                  <a:moveTo>
                    <a:pt x="9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lnTo>
                    <a:pt x="9" y="44"/>
                  </a:lnTo>
                  <a:close/>
                  <a:moveTo>
                    <a:pt x="9" y="42"/>
                  </a:moveTo>
                  <a:cubicBezTo>
                    <a:pt x="9" y="42"/>
                    <a:pt x="9" y="42"/>
                    <a:pt x="9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lose/>
                  <a:moveTo>
                    <a:pt x="10" y="50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lnTo>
                    <a:pt x="10" y="50"/>
                  </a:ln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lnTo>
                    <a:pt x="10" y="44"/>
                  </a:ln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lnTo>
                    <a:pt x="11" y="50"/>
                  </a:lnTo>
                  <a:close/>
                  <a:moveTo>
                    <a:pt x="11" y="44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4"/>
                    <a:pt x="11" y="44"/>
                    <a:pt x="11" y="44"/>
                  </a:cubicBezTo>
                  <a:close/>
                  <a:moveTo>
                    <a:pt x="11" y="43"/>
                  </a:moveTo>
                  <a:cubicBezTo>
                    <a:pt x="11" y="43"/>
                    <a:pt x="11" y="43"/>
                    <a:pt x="11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1" y="42"/>
                    <a:pt x="11" y="42"/>
                    <a:pt x="11" y="42"/>
                  </a:cubicBezTo>
                  <a:lnTo>
                    <a:pt x="11" y="43"/>
                  </a:ln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lose/>
                  <a:moveTo>
                    <a:pt x="12" y="50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2" y="50"/>
                  </a:lnTo>
                  <a:close/>
                  <a:moveTo>
                    <a:pt x="12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2" y="43"/>
                    <a:pt x="12" y="43"/>
                    <a:pt x="12" y="43"/>
                  </a:cubicBezTo>
                  <a:lnTo>
                    <a:pt x="12" y="44"/>
                  </a:ln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12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lose/>
                  <a:moveTo>
                    <a:pt x="13" y="5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13" y="50"/>
                  </a:lnTo>
                  <a:close/>
                  <a:moveTo>
                    <a:pt x="13" y="44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lnTo>
                    <a:pt x="13" y="44"/>
                  </a:lnTo>
                  <a:close/>
                  <a:moveTo>
                    <a:pt x="13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13" y="43"/>
                  </a:ln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2"/>
                    <a:pt x="13" y="42"/>
                    <a:pt x="13" y="42"/>
                  </a:cubicBezTo>
                  <a:close/>
                  <a:moveTo>
                    <a:pt x="13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3" y="41"/>
                    <a:pt x="13" y="41"/>
                    <a:pt x="13" y="41"/>
                  </a:cubicBezTo>
                  <a:lnTo>
                    <a:pt x="13" y="42"/>
                  </a:ln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53"/>
                    <a:pt x="15" y="53"/>
                    <a:pt x="15" y="53"/>
                  </a:cubicBezTo>
                  <a:lnTo>
                    <a:pt x="13" y="53"/>
                  </a:lnTo>
                  <a:close/>
                  <a:moveTo>
                    <a:pt x="77" y="22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7" y="19"/>
                    <a:pt x="77" y="19"/>
                    <a:pt x="77" y="19"/>
                  </a:cubicBezTo>
                  <a:lnTo>
                    <a:pt x="77" y="22"/>
                  </a:lnTo>
                  <a:close/>
                  <a:moveTo>
                    <a:pt x="77" y="19"/>
                  </a:moveTo>
                  <a:cubicBezTo>
                    <a:pt x="77" y="19"/>
                    <a:pt x="77" y="19"/>
                    <a:pt x="77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7" y="17"/>
                    <a:pt x="77" y="17"/>
                    <a:pt x="77" y="17"/>
                  </a:cubicBezTo>
                  <a:lnTo>
                    <a:pt x="77" y="19"/>
                  </a:lnTo>
                  <a:close/>
                  <a:moveTo>
                    <a:pt x="77" y="35"/>
                  </a:moveTo>
                  <a:cubicBezTo>
                    <a:pt x="77" y="35"/>
                    <a:pt x="77" y="35"/>
                    <a:pt x="77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35"/>
                  </a:lnTo>
                  <a:close/>
                  <a:moveTo>
                    <a:pt x="77" y="32"/>
                  </a:moveTo>
                  <a:cubicBezTo>
                    <a:pt x="77" y="32"/>
                    <a:pt x="77" y="32"/>
                    <a:pt x="77" y="32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77" y="30"/>
                    <a:pt x="77" y="30"/>
                    <a:pt x="77" y="30"/>
                  </a:cubicBezTo>
                  <a:lnTo>
                    <a:pt x="77" y="32"/>
                  </a:lnTo>
                  <a:close/>
                  <a:moveTo>
                    <a:pt x="77" y="24"/>
                  </a:moveTo>
                  <a:cubicBezTo>
                    <a:pt x="77" y="24"/>
                    <a:pt x="77" y="24"/>
                    <a:pt x="77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7" y="22"/>
                    <a:pt x="77" y="22"/>
                    <a:pt x="77" y="22"/>
                  </a:cubicBezTo>
                  <a:lnTo>
                    <a:pt x="77" y="24"/>
                  </a:lnTo>
                  <a:close/>
                  <a:moveTo>
                    <a:pt x="77" y="30"/>
                  </a:moveTo>
                  <a:cubicBezTo>
                    <a:pt x="77" y="30"/>
                    <a:pt x="77" y="30"/>
                    <a:pt x="77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7" y="27"/>
                    <a:pt x="77" y="27"/>
                    <a:pt x="77" y="27"/>
                  </a:cubicBezTo>
                  <a:lnTo>
                    <a:pt x="77" y="30"/>
                  </a:ln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79" y="43"/>
                  </a:moveTo>
                  <a:cubicBezTo>
                    <a:pt x="79" y="43"/>
                    <a:pt x="79" y="43"/>
                    <a:pt x="79" y="43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79" y="42"/>
                    <a:pt x="79" y="42"/>
                    <a:pt x="79" y="42"/>
                  </a:cubicBezTo>
                  <a:lnTo>
                    <a:pt x="79" y="43"/>
                  </a:lnTo>
                  <a:close/>
                  <a:moveTo>
                    <a:pt x="79" y="39"/>
                  </a:moveTo>
                  <a:cubicBezTo>
                    <a:pt x="79" y="39"/>
                    <a:pt x="79" y="39"/>
                    <a:pt x="79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79" y="38"/>
                    <a:pt x="79" y="38"/>
                    <a:pt x="79" y="38"/>
                  </a:cubicBezTo>
                  <a:lnTo>
                    <a:pt x="79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1" y="42"/>
                    <a:pt x="71" y="42"/>
                    <a:pt x="71" y="42"/>
                  </a:cubicBezTo>
                  <a:lnTo>
                    <a:pt x="71" y="43"/>
                  </a:lnTo>
                  <a:close/>
                  <a:moveTo>
                    <a:pt x="83" y="37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3" y="37"/>
                    <a:pt x="83" y="37"/>
                    <a:pt x="83" y="37"/>
                  </a:cubicBezTo>
                  <a:close/>
                  <a:moveTo>
                    <a:pt x="83" y="43"/>
                  </a:moveTo>
                  <a:cubicBezTo>
                    <a:pt x="83" y="43"/>
                    <a:pt x="83" y="43"/>
                    <a:pt x="83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79" y="40"/>
                  </a:moveTo>
                  <a:cubicBezTo>
                    <a:pt x="79" y="40"/>
                    <a:pt x="79" y="40"/>
                    <a:pt x="79" y="40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79" y="40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9" y="40"/>
                    <a:pt x="79" y="40"/>
                    <a:pt x="79" y="40"/>
                  </a:cubicBezTo>
                  <a:lnTo>
                    <a:pt x="79" y="41"/>
                  </a:lnTo>
                  <a:close/>
                  <a:moveTo>
                    <a:pt x="79" y="41"/>
                  </a:moveTo>
                  <a:cubicBezTo>
                    <a:pt x="79" y="41"/>
                    <a:pt x="79" y="41"/>
                    <a:pt x="79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1"/>
                    <a:pt x="79" y="41"/>
                    <a:pt x="79" y="41"/>
                  </a:cubicBezTo>
                  <a:close/>
                  <a:moveTo>
                    <a:pt x="79" y="42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79" y="42"/>
                    <a:pt x="79" y="42"/>
                    <a:pt x="79" y="42"/>
                  </a:cubicBez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3" y="41"/>
                    <a:pt x="83" y="41"/>
                    <a:pt x="83" y="41"/>
                  </a:cubicBezTo>
                  <a:lnTo>
                    <a:pt x="83" y="42"/>
                  </a:lnTo>
                  <a:close/>
                  <a:moveTo>
                    <a:pt x="88" y="36"/>
                  </a:moveTo>
                  <a:cubicBezTo>
                    <a:pt x="88" y="36"/>
                    <a:pt x="88" y="36"/>
                    <a:pt x="88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3" y="36"/>
                    <a:pt x="83" y="36"/>
                    <a:pt x="83" y="36"/>
                  </a:cubicBezTo>
                  <a:cubicBezTo>
                    <a:pt x="88" y="36"/>
                    <a:pt x="88" y="36"/>
                    <a:pt x="88" y="36"/>
                  </a:cubicBezTo>
                  <a:close/>
                  <a:moveTo>
                    <a:pt x="83" y="41"/>
                  </a:moveTo>
                  <a:cubicBezTo>
                    <a:pt x="83" y="41"/>
                    <a:pt x="83" y="41"/>
                    <a:pt x="83" y="41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3" y="40"/>
                    <a:pt x="83" y="40"/>
                    <a:pt x="83" y="40"/>
                  </a:cubicBezTo>
                  <a:lnTo>
                    <a:pt x="83" y="41"/>
                  </a:lnTo>
                  <a:close/>
                  <a:moveTo>
                    <a:pt x="83" y="42"/>
                  </a:moveTo>
                  <a:cubicBezTo>
                    <a:pt x="83" y="42"/>
                    <a:pt x="83" y="42"/>
                    <a:pt x="83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3" y="38"/>
                  </a:moveTo>
                  <a:cubicBezTo>
                    <a:pt x="83" y="38"/>
                    <a:pt x="83" y="38"/>
                    <a:pt x="83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3" y="38"/>
                    <a:pt x="83" y="38"/>
                    <a:pt x="83" y="38"/>
                  </a:cubicBezTo>
                  <a:close/>
                  <a:moveTo>
                    <a:pt x="83" y="40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40"/>
                    <a:pt x="83" y="40"/>
                    <a:pt x="83" y="40"/>
                  </a:cubicBezTo>
                  <a:close/>
                  <a:moveTo>
                    <a:pt x="83" y="39"/>
                  </a:moveTo>
                  <a:cubicBezTo>
                    <a:pt x="83" y="39"/>
                    <a:pt x="83" y="39"/>
                    <a:pt x="83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3" y="39"/>
                    <a:pt x="83" y="39"/>
                    <a:pt x="83" y="39"/>
                  </a:cubicBezTo>
                  <a:close/>
                  <a:moveTo>
                    <a:pt x="79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9" y="44"/>
                    <a:pt x="79" y="44"/>
                    <a:pt x="79" y="44"/>
                  </a:cubicBezTo>
                  <a:lnTo>
                    <a:pt x="79" y="45"/>
                  </a:lnTo>
                  <a:close/>
                  <a:moveTo>
                    <a:pt x="75" y="38"/>
                  </a:moveTo>
                  <a:cubicBezTo>
                    <a:pt x="75" y="38"/>
                    <a:pt x="75" y="38"/>
                    <a:pt x="75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5" y="38"/>
                    <a:pt x="75" y="38"/>
                    <a:pt x="75" y="38"/>
                  </a:cubicBezTo>
                  <a:close/>
                  <a:moveTo>
                    <a:pt x="79" y="37"/>
                  </a:moveTo>
                  <a:cubicBezTo>
                    <a:pt x="79" y="37"/>
                    <a:pt x="79" y="37"/>
                    <a:pt x="79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9" y="37"/>
                    <a:pt x="79" y="37"/>
                    <a:pt x="79" y="37"/>
                  </a:cubicBezTo>
                  <a:close/>
                  <a:moveTo>
                    <a:pt x="75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38"/>
                    <a:pt x="75" y="38"/>
                    <a:pt x="75" y="38"/>
                  </a:cubicBezTo>
                  <a:lnTo>
                    <a:pt x="75" y="39"/>
                  </a:lnTo>
                  <a:close/>
                  <a:moveTo>
                    <a:pt x="71" y="43"/>
                  </a:moveTo>
                  <a:cubicBezTo>
                    <a:pt x="71" y="43"/>
                    <a:pt x="71" y="43"/>
                    <a:pt x="71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1" y="43"/>
                    <a:pt x="71" y="43"/>
                    <a:pt x="71" y="43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5" y="39"/>
                    <a:pt x="75" y="39"/>
                    <a:pt x="75" y="39"/>
                  </a:cubicBezTo>
                  <a:lnTo>
                    <a:pt x="75" y="40"/>
                  </a:lnTo>
                  <a:close/>
                  <a:moveTo>
                    <a:pt x="83" y="36"/>
                  </a:moveTo>
                  <a:cubicBezTo>
                    <a:pt x="83" y="36"/>
                    <a:pt x="83" y="36"/>
                    <a:pt x="83" y="36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7"/>
                    <a:pt x="83" y="37"/>
                    <a:pt x="83" y="37"/>
                  </a:cubicBezTo>
                  <a:lnTo>
                    <a:pt x="83" y="36"/>
                  </a:lnTo>
                  <a:close/>
                  <a:moveTo>
                    <a:pt x="71" y="45"/>
                  </a:moveTo>
                  <a:cubicBezTo>
                    <a:pt x="71" y="45"/>
                    <a:pt x="71" y="45"/>
                    <a:pt x="71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1" y="45"/>
                    <a:pt x="71" y="45"/>
                    <a:pt x="71" y="45"/>
                  </a:cubicBezTo>
                  <a:close/>
                  <a:moveTo>
                    <a:pt x="71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1" y="44"/>
                    <a:pt x="71" y="44"/>
                    <a:pt x="71" y="44"/>
                  </a:cubicBezTo>
                  <a:close/>
                  <a:moveTo>
                    <a:pt x="75" y="40"/>
                  </a:moveTo>
                  <a:cubicBezTo>
                    <a:pt x="75" y="40"/>
                    <a:pt x="75" y="40"/>
                    <a:pt x="75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5" y="40"/>
                    <a:pt x="75" y="40"/>
                    <a:pt x="75" y="40"/>
                  </a:cubicBezTo>
                  <a:close/>
                  <a:moveTo>
                    <a:pt x="75" y="44"/>
                  </a:moveTo>
                  <a:cubicBezTo>
                    <a:pt x="75" y="44"/>
                    <a:pt x="75" y="44"/>
                    <a:pt x="75" y="4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5" y="43"/>
                    <a:pt x="75" y="43"/>
                    <a:pt x="75" y="43"/>
                  </a:cubicBezTo>
                  <a:lnTo>
                    <a:pt x="75" y="44"/>
                  </a:ln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83" y="37"/>
                    <a:pt x="83" y="37"/>
                    <a:pt x="83" y="37"/>
                  </a:cubicBezTo>
                  <a:cubicBezTo>
                    <a:pt x="79" y="37"/>
                    <a:pt x="79" y="37"/>
                    <a:pt x="79" y="37"/>
                  </a:cubicBezTo>
                  <a:lnTo>
                    <a:pt x="79" y="38"/>
                  </a:lnTo>
                  <a:close/>
                  <a:moveTo>
                    <a:pt x="75" y="45"/>
                  </a:moveTo>
                  <a:cubicBezTo>
                    <a:pt x="75" y="45"/>
                    <a:pt x="75" y="45"/>
                    <a:pt x="7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5" y="44"/>
                    <a:pt x="75" y="44"/>
                    <a:pt x="75" y="44"/>
                  </a:cubicBezTo>
                  <a:lnTo>
                    <a:pt x="75" y="45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5" y="41"/>
                    <a:pt x="75" y="41"/>
                    <a:pt x="75" y="41"/>
                  </a:cubicBezTo>
                  <a:close/>
                  <a:moveTo>
                    <a:pt x="75" y="4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2"/>
                    <a:pt x="75" y="42"/>
                    <a:pt x="75" y="42"/>
                  </a:cubicBezTo>
                  <a:close/>
                  <a:moveTo>
                    <a:pt x="75" y="43"/>
                  </a:moveTo>
                  <a:cubicBezTo>
                    <a:pt x="75" y="43"/>
                    <a:pt x="75" y="43"/>
                    <a:pt x="75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5" y="43"/>
                    <a:pt x="75" y="43"/>
                    <a:pt x="75" y="43"/>
                  </a:cubicBezTo>
                  <a:close/>
                  <a:moveTo>
                    <a:pt x="79" y="44"/>
                  </a:moveTo>
                  <a:cubicBezTo>
                    <a:pt x="79" y="44"/>
                    <a:pt x="79" y="44"/>
                    <a:pt x="79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79" y="43"/>
                    <a:pt x="79" y="43"/>
                    <a:pt x="79" y="43"/>
                  </a:cubicBezTo>
                  <a:lnTo>
                    <a:pt x="79" y="44"/>
                  </a:lnTo>
                  <a:close/>
                  <a:moveTo>
                    <a:pt x="98" y="36"/>
                  </a:moveTo>
                  <a:cubicBezTo>
                    <a:pt x="98" y="36"/>
                    <a:pt x="98" y="36"/>
                    <a:pt x="98" y="36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6"/>
                    <a:pt x="98" y="36"/>
                    <a:pt x="98" y="36"/>
                  </a:cubicBezTo>
                  <a:close/>
                  <a:moveTo>
                    <a:pt x="103" y="34"/>
                  </a:moveTo>
                  <a:cubicBezTo>
                    <a:pt x="103" y="34"/>
                    <a:pt x="103" y="34"/>
                    <a:pt x="103" y="34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103" y="35"/>
                    <a:pt x="103" y="35"/>
                    <a:pt x="103" y="35"/>
                  </a:cubicBezTo>
                  <a:lnTo>
                    <a:pt x="103" y="34"/>
                  </a:lnTo>
                  <a:close/>
                  <a:moveTo>
                    <a:pt x="98" y="37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3" y="36"/>
                    <a:pt x="103" y="36"/>
                    <a:pt x="103" y="36"/>
                  </a:cubicBezTo>
                  <a:cubicBezTo>
                    <a:pt x="98" y="37"/>
                    <a:pt x="98" y="37"/>
                    <a:pt x="98" y="37"/>
                  </a:cubicBezTo>
                  <a:close/>
                  <a:moveTo>
                    <a:pt x="93" y="44"/>
                  </a:moveTo>
                  <a:cubicBezTo>
                    <a:pt x="93" y="44"/>
                    <a:pt x="93" y="44"/>
                    <a:pt x="93" y="44"/>
                  </a:cubicBezTo>
                  <a:cubicBezTo>
                    <a:pt x="98" y="44"/>
                    <a:pt x="98" y="44"/>
                    <a:pt x="98" y="44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3" y="44"/>
                    <a:pt x="93" y="44"/>
                    <a:pt x="93" y="4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3" y="41"/>
                    <a:pt x="93" y="41"/>
                    <a:pt x="93" y="41"/>
                  </a:cubicBezTo>
                  <a:close/>
                  <a:moveTo>
                    <a:pt x="93" y="43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3" y="43"/>
                    <a:pt x="93" y="43"/>
                    <a:pt x="93" y="43"/>
                  </a:cubicBezTo>
                  <a:close/>
                  <a:moveTo>
                    <a:pt x="93" y="42"/>
                  </a:moveTo>
                  <a:cubicBezTo>
                    <a:pt x="93" y="42"/>
                    <a:pt x="93" y="42"/>
                    <a:pt x="93" y="42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8" y="40"/>
                  </a:moveTo>
                  <a:cubicBezTo>
                    <a:pt x="98" y="40"/>
                    <a:pt x="98" y="40"/>
                    <a:pt x="98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38"/>
                  </a:moveTo>
                  <a:cubicBezTo>
                    <a:pt x="98" y="38"/>
                    <a:pt x="98" y="38"/>
                    <a:pt x="98" y="38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98" y="38"/>
                    <a:pt x="98" y="38"/>
                    <a:pt x="98" y="38"/>
                  </a:cubicBez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98" y="43"/>
                    <a:pt x="98" y="43"/>
                    <a:pt x="98" y="43"/>
                  </a:cubicBezTo>
                  <a:lnTo>
                    <a:pt x="98" y="44"/>
                  </a:lnTo>
                  <a:close/>
                  <a:moveTo>
                    <a:pt x="98" y="42"/>
                  </a:moveTo>
                  <a:cubicBezTo>
                    <a:pt x="98" y="42"/>
                    <a:pt x="98" y="42"/>
                    <a:pt x="98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1"/>
                    <a:pt x="98" y="41"/>
                    <a:pt x="98" y="41"/>
                  </a:cubicBezTo>
                  <a:lnTo>
                    <a:pt x="98" y="42"/>
                  </a:lnTo>
                  <a:close/>
                  <a:moveTo>
                    <a:pt x="98" y="43"/>
                  </a:moveTo>
                  <a:cubicBezTo>
                    <a:pt x="98" y="43"/>
                    <a:pt x="98" y="43"/>
                    <a:pt x="98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98" y="42"/>
                    <a:pt x="98" y="42"/>
                    <a:pt x="98" y="42"/>
                  </a:cubicBezTo>
                  <a:lnTo>
                    <a:pt x="98" y="43"/>
                  </a:lnTo>
                  <a:close/>
                  <a:moveTo>
                    <a:pt x="98" y="39"/>
                  </a:moveTo>
                  <a:cubicBezTo>
                    <a:pt x="98" y="39"/>
                    <a:pt x="98" y="39"/>
                    <a:pt x="98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8"/>
                    <a:pt x="103" y="38"/>
                    <a:pt x="103" y="38"/>
                  </a:cubicBezTo>
                  <a:cubicBezTo>
                    <a:pt x="98" y="39"/>
                    <a:pt x="98" y="39"/>
                    <a:pt x="98" y="39"/>
                  </a:cubicBezTo>
                  <a:close/>
                  <a:moveTo>
                    <a:pt x="93" y="40"/>
                  </a:moveTo>
                  <a:cubicBezTo>
                    <a:pt x="93" y="40"/>
                    <a:pt x="93" y="40"/>
                    <a:pt x="93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83" y="45"/>
                  </a:moveTo>
                  <a:cubicBezTo>
                    <a:pt x="83" y="45"/>
                    <a:pt x="83" y="45"/>
                    <a:pt x="83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3" y="44"/>
                    <a:pt x="83" y="44"/>
                    <a:pt x="83" y="44"/>
                  </a:cubicBezTo>
                  <a:lnTo>
                    <a:pt x="83" y="45"/>
                  </a:lnTo>
                  <a:close/>
                  <a:moveTo>
                    <a:pt x="98" y="41"/>
                  </a:moveTo>
                  <a:cubicBezTo>
                    <a:pt x="98" y="41"/>
                    <a:pt x="98" y="41"/>
                    <a:pt x="98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8" y="40"/>
                    <a:pt x="98" y="40"/>
                    <a:pt x="98" y="40"/>
                  </a:cubicBezTo>
                  <a:lnTo>
                    <a:pt x="98" y="41"/>
                  </a:ln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88" y="39"/>
                    <a:pt x="88" y="39"/>
                    <a:pt x="88" y="39"/>
                  </a:cubicBezTo>
                  <a:lnTo>
                    <a:pt x="88" y="40"/>
                  </a:lnTo>
                  <a:close/>
                  <a:moveTo>
                    <a:pt x="88" y="41"/>
                  </a:moveTo>
                  <a:cubicBezTo>
                    <a:pt x="88" y="41"/>
                    <a:pt x="88" y="41"/>
                    <a:pt x="88" y="41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88" y="40"/>
                    <a:pt x="88" y="40"/>
                    <a:pt x="88" y="40"/>
                  </a:cubicBezTo>
                  <a:lnTo>
                    <a:pt x="88" y="41"/>
                  </a:lnTo>
                  <a:close/>
                  <a:moveTo>
                    <a:pt x="88" y="39"/>
                  </a:moveTo>
                  <a:cubicBezTo>
                    <a:pt x="88" y="39"/>
                    <a:pt x="88" y="39"/>
                    <a:pt x="88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88" y="39"/>
                    <a:pt x="88" y="39"/>
                    <a:pt x="88" y="39"/>
                  </a:cubicBezTo>
                  <a:close/>
                  <a:moveTo>
                    <a:pt x="100" y="26"/>
                  </a:moveTo>
                  <a:cubicBezTo>
                    <a:pt x="100" y="26"/>
                    <a:pt x="100" y="26"/>
                    <a:pt x="100" y="26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0" y="24"/>
                    <a:pt x="100" y="24"/>
                    <a:pt x="100" y="24"/>
                  </a:cubicBezTo>
                  <a:lnTo>
                    <a:pt x="100" y="26"/>
                  </a:lnTo>
                  <a:close/>
                  <a:moveTo>
                    <a:pt x="88" y="38"/>
                  </a:moveTo>
                  <a:cubicBezTo>
                    <a:pt x="88" y="38"/>
                    <a:pt x="88" y="38"/>
                    <a:pt x="88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88" y="38"/>
                    <a:pt x="88" y="38"/>
                    <a:pt x="88" y="38"/>
                  </a:cubicBezTo>
                  <a:close/>
                  <a:moveTo>
                    <a:pt x="88" y="37"/>
                  </a:moveTo>
                  <a:cubicBezTo>
                    <a:pt x="88" y="37"/>
                    <a:pt x="88" y="37"/>
                    <a:pt x="88" y="37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88" y="37"/>
                    <a:pt x="88" y="37"/>
                    <a:pt x="88" y="37"/>
                  </a:cubicBezTo>
                  <a:close/>
                  <a:moveTo>
                    <a:pt x="92" y="35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92" y="36"/>
                    <a:pt x="92" y="36"/>
                    <a:pt x="92" y="36"/>
                  </a:cubicBezTo>
                  <a:lnTo>
                    <a:pt x="92" y="35"/>
                  </a:lnTo>
                  <a:close/>
                  <a:moveTo>
                    <a:pt x="98" y="35"/>
                  </a:moveTo>
                  <a:cubicBezTo>
                    <a:pt x="98" y="35"/>
                    <a:pt x="98" y="35"/>
                    <a:pt x="98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8" y="35"/>
                    <a:pt x="98" y="35"/>
                    <a:pt x="98" y="35"/>
                  </a:cubicBezTo>
                  <a:close/>
                  <a:moveTo>
                    <a:pt x="93" y="37"/>
                  </a:moveTo>
                  <a:cubicBezTo>
                    <a:pt x="93" y="37"/>
                    <a:pt x="93" y="37"/>
                    <a:pt x="93" y="37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7"/>
                    <a:pt x="93" y="37"/>
                    <a:pt x="93" y="37"/>
                  </a:cubicBezTo>
                  <a:close/>
                  <a:moveTo>
                    <a:pt x="93" y="39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3" y="39"/>
                    <a:pt x="93" y="39"/>
                    <a:pt x="93" y="39"/>
                  </a:cubicBezTo>
                  <a:close/>
                  <a:moveTo>
                    <a:pt x="93" y="38"/>
                  </a:moveTo>
                  <a:cubicBezTo>
                    <a:pt x="93" y="38"/>
                    <a:pt x="93" y="38"/>
                    <a:pt x="93" y="38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3" y="38"/>
                    <a:pt x="93" y="38"/>
                    <a:pt x="93" y="38"/>
                  </a:cubicBezTo>
                  <a:close/>
                  <a:moveTo>
                    <a:pt x="93" y="36"/>
                  </a:moveTo>
                  <a:cubicBezTo>
                    <a:pt x="93" y="36"/>
                    <a:pt x="93" y="36"/>
                    <a:pt x="93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3" y="36"/>
                    <a:pt x="93" y="36"/>
                    <a:pt x="93" y="36"/>
                  </a:cubicBez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88" y="43"/>
                    <a:pt x="88" y="43"/>
                    <a:pt x="88" y="43"/>
                  </a:cubicBezTo>
                  <a:lnTo>
                    <a:pt x="88" y="44"/>
                  </a:lnTo>
                  <a:close/>
                  <a:moveTo>
                    <a:pt x="88" y="44"/>
                  </a:moveTo>
                  <a:cubicBezTo>
                    <a:pt x="88" y="44"/>
                    <a:pt x="88" y="44"/>
                    <a:pt x="88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8" y="44"/>
                    <a:pt x="88" y="44"/>
                    <a:pt x="88" y="44"/>
                  </a:cubicBezTo>
                  <a:close/>
                  <a:moveTo>
                    <a:pt x="88" y="43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8" y="42"/>
                    <a:pt x="88" y="42"/>
                    <a:pt x="88" y="42"/>
                  </a:cubicBezTo>
                  <a:lnTo>
                    <a:pt x="88" y="43"/>
                  </a:lnTo>
                  <a:close/>
                  <a:moveTo>
                    <a:pt x="88" y="42"/>
                  </a:moveTo>
                  <a:cubicBezTo>
                    <a:pt x="88" y="42"/>
                    <a:pt x="88" y="42"/>
                    <a:pt x="88" y="42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88" y="41"/>
                    <a:pt x="88" y="41"/>
                    <a:pt x="88" y="41"/>
                  </a:cubicBezTo>
                  <a:lnTo>
                    <a:pt x="88" y="42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47" y="41"/>
                    <a:pt x="47" y="41"/>
                    <a:pt x="47" y="41"/>
                  </a:cubicBezTo>
                  <a:close/>
                  <a:moveTo>
                    <a:pt x="47" y="42"/>
                  </a:moveTo>
                  <a:cubicBezTo>
                    <a:pt x="47" y="42"/>
                    <a:pt x="47" y="42"/>
                    <a:pt x="47" y="42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2"/>
                  </a:lnTo>
                  <a:close/>
                  <a:moveTo>
                    <a:pt x="47" y="40"/>
                  </a:moveTo>
                  <a:cubicBezTo>
                    <a:pt x="47" y="40"/>
                    <a:pt x="47" y="40"/>
                    <a:pt x="4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47" y="40"/>
                    <a:pt x="47" y="40"/>
                    <a:pt x="47" y="40"/>
                  </a:cubicBezTo>
                  <a:close/>
                  <a:moveTo>
                    <a:pt x="108" y="37"/>
                  </a:moveTo>
                  <a:cubicBezTo>
                    <a:pt x="108" y="37"/>
                    <a:pt x="108" y="37"/>
                    <a:pt x="108" y="3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lnTo>
                    <a:pt x="108" y="37"/>
                  </a:lnTo>
                  <a:close/>
                  <a:moveTo>
                    <a:pt x="154" y="41"/>
                  </a:moveTo>
                  <a:cubicBezTo>
                    <a:pt x="154" y="41"/>
                    <a:pt x="154" y="41"/>
                    <a:pt x="154" y="41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16" y="3"/>
                    <a:pt x="116" y="3"/>
                    <a:pt x="116" y="3"/>
                  </a:cubicBezTo>
                  <a:cubicBezTo>
                    <a:pt x="114" y="3"/>
                    <a:pt x="114" y="3"/>
                    <a:pt x="114" y="3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67" y="36"/>
                    <a:pt x="58" y="37"/>
                    <a:pt x="52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8" y="39"/>
                    <a:pt x="47" y="39"/>
                    <a:pt x="47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79" y="56"/>
                    <a:pt x="94" y="56"/>
                  </a:cubicBezTo>
                  <a:cubicBezTo>
                    <a:pt x="100" y="56"/>
                    <a:pt x="129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40" y="55"/>
                    <a:pt x="146" y="55"/>
                    <a:pt x="146" y="55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1" y="54"/>
                    <a:pt x="121" y="54"/>
                    <a:pt x="121" y="5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28" y="46"/>
                    <a:pt x="128" y="46"/>
                    <a:pt x="128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20" y="35"/>
                    <a:pt x="120" y="35"/>
                    <a:pt x="120" y="35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21" y="36"/>
                    <a:pt x="121" y="36"/>
                    <a:pt x="121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28" y="35"/>
                    <a:pt x="128" y="35"/>
                    <a:pt x="128" y="35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46" y="55"/>
                    <a:pt x="146" y="55"/>
                    <a:pt x="146" y="55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4" y="43"/>
                    <a:pt x="154" y="43"/>
                    <a:pt x="154" y="43"/>
                  </a:cubicBezTo>
                  <a:lnTo>
                    <a:pt x="154" y="41"/>
                  </a:ln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8" y="37"/>
                    <a:pt x="128" y="37"/>
                    <a:pt x="128" y="37"/>
                  </a:cubicBezTo>
                  <a:close/>
                  <a:moveTo>
                    <a:pt x="128" y="37"/>
                  </a:moveTo>
                  <a:cubicBezTo>
                    <a:pt x="128" y="37"/>
                    <a:pt x="128" y="37"/>
                    <a:pt x="128" y="37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37"/>
                  </a:lnTo>
                  <a:close/>
                  <a:moveTo>
                    <a:pt x="128" y="44"/>
                  </a:moveTo>
                  <a:cubicBezTo>
                    <a:pt x="128" y="44"/>
                    <a:pt x="128" y="44"/>
                    <a:pt x="128" y="44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8" y="45"/>
                    <a:pt x="128" y="45"/>
                    <a:pt x="128" y="45"/>
                  </a:cubicBezTo>
                  <a:lnTo>
                    <a:pt x="128" y="44"/>
                  </a:ln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4" y="37"/>
                    <a:pt x="124" y="37"/>
                    <a:pt x="124" y="37"/>
                  </a:cubicBezTo>
                  <a:close/>
                  <a:moveTo>
                    <a:pt x="124" y="37"/>
                  </a:moveTo>
                  <a:cubicBezTo>
                    <a:pt x="124" y="37"/>
                    <a:pt x="124" y="37"/>
                    <a:pt x="124" y="37"/>
                  </a:cubicBezTo>
                  <a:cubicBezTo>
                    <a:pt x="127" y="37"/>
                    <a:pt x="127" y="37"/>
                    <a:pt x="127" y="37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37"/>
                  </a:lnTo>
                  <a:close/>
                  <a:moveTo>
                    <a:pt x="124" y="44"/>
                  </a:moveTo>
                  <a:cubicBezTo>
                    <a:pt x="124" y="44"/>
                    <a:pt x="124" y="44"/>
                    <a:pt x="124" y="44"/>
                  </a:cubicBezTo>
                  <a:cubicBezTo>
                    <a:pt x="127" y="44"/>
                    <a:pt x="127" y="44"/>
                    <a:pt x="127" y="44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4" y="45"/>
                    <a:pt x="124" y="45"/>
                    <a:pt x="124" y="45"/>
                  </a:cubicBezTo>
                  <a:lnTo>
                    <a:pt x="124" y="44"/>
                  </a:lnTo>
                  <a:close/>
                  <a:moveTo>
                    <a:pt x="124" y="45"/>
                  </a:moveTo>
                  <a:cubicBezTo>
                    <a:pt x="124" y="45"/>
                    <a:pt x="124" y="45"/>
                    <a:pt x="124" y="45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4" y="44"/>
                    <a:pt x="124" y="44"/>
                    <a:pt x="124" y="44"/>
                  </a:cubicBezTo>
                  <a:lnTo>
                    <a:pt x="124" y="45"/>
                  </a:ln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1" y="37"/>
                    <a:pt x="121" y="37"/>
                    <a:pt x="121" y="37"/>
                  </a:cubicBezTo>
                  <a:close/>
                  <a:moveTo>
                    <a:pt x="121" y="37"/>
                  </a:moveTo>
                  <a:cubicBezTo>
                    <a:pt x="121" y="37"/>
                    <a:pt x="121" y="37"/>
                    <a:pt x="121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lnTo>
                    <a:pt x="121" y="37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18" y="37"/>
                    <a:pt x="118" y="37"/>
                    <a:pt x="118" y="37"/>
                  </a:cubicBezTo>
                  <a:close/>
                  <a:moveTo>
                    <a:pt x="118" y="38"/>
                  </a:moveTo>
                  <a:cubicBezTo>
                    <a:pt x="118" y="38"/>
                    <a:pt x="118" y="38"/>
                    <a:pt x="118" y="38"/>
                  </a:cubicBezTo>
                  <a:cubicBezTo>
                    <a:pt x="121" y="37"/>
                    <a:pt x="121" y="37"/>
                    <a:pt x="121" y="3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38"/>
                  </a:lnTo>
                  <a:close/>
                  <a:moveTo>
                    <a:pt x="118" y="44"/>
                  </a:moveTo>
                  <a:cubicBezTo>
                    <a:pt x="118" y="44"/>
                    <a:pt x="118" y="44"/>
                    <a:pt x="118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8" y="38"/>
                    <a:pt x="118" y="38"/>
                    <a:pt x="118" y="38"/>
                  </a:cubicBezTo>
                  <a:lnTo>
                    <a:pt x="118" y="44"/>
                  </a:lnTo>
                  <a:close/>
                  <a:moveTo>
                    <a:pt x="118" y="37"/>
                  </a:move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13" y="37"/>
                    <a:pt x="113" y="37"/>
                    <a:pt x="113" y="37"/>
                  </a:cubicBezTo>
                  <a:lnTo>
                    <a:pt x="118" y="37"/>
                  </a:lnTo>
                  <a:close/>
                  <a:moveTo>
                    <a:pt x="75" y="1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5" y="10"/>
                  </a:lnTo>
                  <a:close/>
                  <a:moveTo>
                    <a:pt x="103" y="33"/>
                  </a:moveTo>
                  <a:cubicBezTo>
                    <a:pt x="103" y="33"/>
                    <a:pt x="103" y="33"/>
                    <a:pt x="103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3" y="33"/>
                    <a:pt x="103" y="33"/>
                    <a:pt x="103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34"/>
                    <a:pt x="93" y="34"/>
                    <a:pt x="88" y="34"/>
                  </a:cubicBezTo>
                  <a:cubicBezTo>
                    <a:pt x="87" y="34"/>
                    <a:pt x="85" y="34"/>
                    <a:pt x="83" y="35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4"/>
                    <a:pt x="91" y="34"/>
                  </a:cubicBezTo>
                  <a:cubicBezTo>
                    <a:pt x="96" y="33"/>
                    <a:pt x="98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8" y="8"/>
                    <a:pt x="98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6" y="9"/>
                    <a:pt x="95" y="9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4" y="9"/>
                    <a:pt x="93" y="10"/>
                    <a:pt x="92" y="10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0" y="11"/>
                    <a:pt x="88" y="11"/>
                    <a:pt x="87" y="11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5" y="11"/>
                    <a:pt x="84" y="12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1" y="35"/>
                    <a:pt x="78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3"/>
                    <a:pt x="75" y="33"/>
                    <a:pt x="75" y="33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3" y="33"/>
                    <a:pt x="103" y="33"/>
                    <a:pt x="103" y="33"/>
                  </a:cubicBezTo>
                  <a:close/>
                  <a:moveTo>
                    <a:pt x="91" y="11"/>
                  </a:moveTo>
                  <a:cubicBezTo>
                    <a:pt x="91" y="11"/>
                    <a:pt x="91" y="11"/>
                    <a:pt x="91" y="11"/>
                  </a:cubicBezTo>
                  <a:cubicBezTo>
                    <a:pt x="94" y="10"/>
                    <a:pt x="98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4" y="12"/>
                    <a:pt x="91" y="13"/>
                  </a:cubicBezTo>
                  <a:cubicBezTo>
                    <a:pt x="88" y="13"/>
                    <a:pt x="84" y="14"/>
                    <a:pt x="83" y="1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2"/>
                    <a:pt x="91" y="11"/>
                  </a:cubicBezTo>
                  <a:close/>
                  <a:moveTo>
                    <a:pt x="83" y="12"/>
                  </a:move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4" y="12"/>
                    <a:pt x="88" y="11"/>
                    <a:pt x="91" y="10"/>
                  </a:cubicBezTo>
                  <a:cubicBezTo>
                    <a:pt x="94" y="10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4" y="10"/>
                    <a:pt x="91" y="11"/>
                  </a:cubicBezTo>
                  <a:cubicBezTo>
                    <a:pt x="88" y="11"/>
                    <a:pt x="84" y="12"/>
                    <a:pt x="83" y="12"/>
                  </a:cubicBezTo>
                  <a:close/>
                  <a:moveTo>
                    <a:pt x="91" y="13"/>
                  </a:moveTo>
                  <a:cubicBezTo>
                    <a:pt x="91" y="13"/>
                    <a:pt x="91" y="13"/>
                    <a:pt x="91" y="13"/>
                  </a:cubicBezTo>
                  <a:cubicBezTo>
                    <a:pt x="94" y="12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4" y="13"/>
                    <a:pt x="91" y="13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4"/>
                    <a:pt x="88" y="13"/>
                    <a:pt x="91" y="13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2"/>
                    <a:pt x="94" y="13"/>
                    <a:pt x="91" y="14"/>
                  </a:cubicBezTo>
                  <a:cubicBezTo>
                    <a:pt x="88" y="14"/>
                    <a:pt x="84" y="15"/>
                    <a:pt x="8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4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3"/>
                    <a:pt x="98" y="12"/>
                    <a:pt x="99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2"/>
                    <a:pt x="94" y="14"/>
                    <a:pt x="91" y="14"/>
                  </a:cubicBezTo>
                  <a:cubicBezTo>
                    <a:pt x="88" y="15"/>
                    <a:pt x="84" y="16"/>
                    <a:pt x="83" y="16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4" y="15"/>
                    <a:pt x="88" y="15"/>
                    <a:pt x="91" y="14"/>
                  </a:cubicBezTo>
                  <a:close/>
                  <a:moveTo>
                    <a:pt x="91" y="14"/>
                  </a:moveTo>
                  <a:cubicBezTo>
                    <a:pt x="91" y="14"/>
                    <a:pt x="91" y="14"/>
                    <a:pt x="91" y="14"/>
                  </a:cubicBezTo>
                  <a:cubicBezTo>
                    <a:pt x="94" y="14"/>
                    <a:pt x="98" y="12"/>
                    <a:pt x="99" y="12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7" y="14"/>
                    <a:pt x="91" y="16"/>
                  </a:cubicBezTo>
                  <a:cubicBezTo>
                    <a:pt x="88" y="16"/>
                    <a:pt x="84" y="17"/>
                    <a:pt x="83" y="17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6"/>
                    <a:pt x="88" y="15"/>
                    <a:pt x="91" y="14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6" y="14"/>
                    <a:pt x="98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5" y="16"/>
                    <a:pt x="91" y="16"/>
                  </a:cubicBezTo>
                  <a:cubicBezTo>
                    <a:pt x="88" y="17"/>
                    <a:pt x="84" y="17"/>
                    <a:pt x="83" y="18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4" y="17"/>
                    <a:pt x="88" y="16"/>
                    <a:pt x="91" y="16"/>
                  </a:cubicBezTo>
                  <a:close/>
                  <a:moveTo>
                    <a:pt x="91" y="16"/>
                  </a:moveTo>
                  <a:cubicBezTo>
                    <a:pt x="91" y="16"/>
                    <a:pt x="91" y="16"/>
                    <a:pt x="91" y="16"/>
                  </a:cubicBezTo>
                  <a:cubicBezTo>
                    <a:pt x="95" y="16"/>
                    <a:pt x="98" y="15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7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6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6"/>
                    <a:pt x="98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5"/>
                    <a:pt x="95" y="16"/>
                    <a:pt x="91" y="17"/>
                  </a:cubicBezTo>
                  <a:cubicBezTo>
                    <a:pt x="88" y="18"/>
                    <a:pt x="84" y="18"/>
                    <a:pt x="83" y="18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4" y="18"/>
                    <a:pt x="88" y="17"/>
                    <a:pt x="91" y="17"/>
                  </a:cubicBezTo>
                  <a:close/>
                  <a:moveTo>
                    <a:pt x="91" y="17"/>
                  </a:moveTo>
                  <a:cubicBezTo>
                    <a:pt x="91" y="17"/>
                    <a:pt x="91" y="17"/>
                    <a:pt x="91" y="17"/>
                  </a:cubicBezTo>
                  <a:cubicBezTo>
                    <a:pt x="95" y="17"/>
                    <a:pt x="98" y="15"/>
                    <a:pt x="99" y="15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19"/>
                    <a:pt x="84" y="20"/>
                    <a:pt x="83" y="20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4" y="18"/>
                    <a:pt x="88" y="18"/>
                    <a:pt x="91" y="17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8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5" y="18"/>
                    <a:pt x="91" y="19"/>
                  </a:cubicBezTo>
                  <a:cubicBezTo>
                    <a:pt x="88" y="20"/>
                    <a:pt x="84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19"/>
                    <a:pt x="91" y="19"/>
                  </a:cubicBezTo>
                  <a:close/>
                  <a:moveTo>
                    <a:pt x="91" y="19"/>
                  </a:moveTo>
                  <a:cubicBezTo>
                    <a:pt x="91" y="19"/>
                    <a:pt x="91" y="19"/>
                    <a:pt x="91" y="19"/>
                  </a:cubicBezTo>
                  <a:cubicBezTo>
                    <a:pt x="95" y="19"/>
                    <a:pt x="98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8"/>
                    <a:pt x="95" y="19"/>
                    <a:pt x="91" y="19"/>
                  </a:cubicBezTo>
                  <a:cubicBezTo>
                    <a:pt x="88" y="20"/>
                    <a:pt x="84" y="20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20"/>
                    <a:pt x="88" y="20"/>
                    <a:pt x="91" y="19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5" y="19"/>
                    <a:pt x="91" y="20"/>
                  </a:cubicBezTo>
                  <a:cubicBezTo>
                    <a:pt x="88" y="20"/>
                    <a:pt x="84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0"/>
                    <a:pt x="91" y="20"/>
                  </a:cubicBezTo>
                  <a:close/>
                  <a:moveTo>
                    <a:pt x="91" y="20"/>
                  </a:moveTo>
                  <a:cubicBezTo>
                    <a:pt x="91" y="20"/>
                    <a:pt x="91" y="20"/>
                    <a:pt x="91" y="20"/>
                  </a:cubicBezTo>
                  <a:cubicBezTo>
                    <a:pt x="95" y="19"/>
                    <a:pt x="98" y="18"/>
                    <a:pt x="99" y="18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0"/>
                    <a:pt x="91" y="21"/>
                  </a:cubicBezTo>
                  <a:cubicBezTo>
                    <a:pt x="88" y="22"/>
                    <a:pt x="84" y="22"/>
                    <a:pt x="83" y="23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4" y="21"/>
                    <a:pt x="88" y="21"/>
                    <a:pt x="91" y="20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0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0"/>
                    <a:pt x="97" y="21"/>
                    <a:pt x="91" y="22"/>
                  </a:cubicBezTo>
                  <a:cubicBezTo>
                    <a:pt x="88" y="22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2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1"/>
                    <a:pt x="98" y="21"/>
                    <a:pt x="99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21"/>
                    <a:pt x="97" y="21"/>
                    <a:pt x="91" y="22"/>
                  </a:cubicBezTo>
                  <a:cubicBezTo>
                    <a:pt x="88" y="23"/>
                    <a:pt x="84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2"/>
                  </a:moveTo>
                  <a:cubicBezTo>
                    <a:pt x="91" y="22"/>
                    <a:pt x="91" y="22"/>
                    <a:pt x="91" y="22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99" y="21"/>
                    <a:pt x="97" y="22"/>
                    <a:pt x="91" y="23"/>
                  </a:cubicBezTo>
                  <a:cubicBezTo>
                    <a:pt x="88" y="23"/>
                    <a:pt x="84" y="24"/>
                    <a:pt x="83" y="24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3"/>
                    <a:pt x="88" y="23"/>
                    <a:pt x="91" y="22"/>
                  </a:cubicBezTo>
                  <a:close/>
                  <a:moveTo>
                    <a:pt x="91" y="23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6" y="22"/>
                    <a:pt x="98" y="21"/>
                    <a:pt x="99" y="21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3"/>
                    <a:pt x="91" y="24"/>
                  </a:cubicBezTo>
                  <a:cubicBezTo>
                    <a:pt x="88" y="25"/>
                    <a:pt x="84" y="25"/>
                    <a:pt x="83" y="25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84" y="24"/>
                    <a:pt x="88" y="23"/>
                    <a:pt x="91" y="23"/>
                  </a:cubicBezTo>
                  <a:close/>
                  <a:moveTo>
                    <a:pt x="91" y="24"/>
                  </a:moveTo>
                  <a:cubicBezTo>
                    <a:pt x="91" y="24"/>
                    <a:pt x="91" y="24"/>
                    <a:pt x="91" y="24"/>
                  </a:cubicBezTo>
                  <a:cubicBezTo>
                    <a:pt x="96" y="23"/>
                    <a:pt x="98" y="23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3"/>
                    <a:pt x="97" y="24"/>
                    <a:pt x="91" y="25"/>
                  </a:cubicBezTo>
                  <a:cubicBezTo>
                    <a:pt x="88" y="25"/>
                    <a:pt x="84" y="26"/>
                    <a:pt x="83" y="2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8" y="25"/>
                    <a:pt x="91" y="24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9" y="24"/>
                    <a:pt x="97" y="24"/>
                    <a:pt x="91" y="25"/>
                  </a:cubicBezTo>
                  <a:cubicBezTo>
                    <a:pt x="88" y="26"/>
                    <a:pt x="84" y="26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5"/>
                    <a:pt x="91" y="25"/>
                  </a:cubicBez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6" y="24"/>
                    <a:pt x="98" y="2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7" y="25"/>
                    <a:pt x="91" y="26"/>
                  </a:cubicBezTo>
                  <a:cubicBezTo>
                    <a:pt x="88" y="26"/>
                    <a:pt x="84" y="27"/>
                    <a:pt x="83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4" y="26"/>
                    <a:pt x="88" y="26"/>
                    <a:pt x="91" y="25"/>
                  </a:cubicBezTo>
                  <a:close/>
                  <a:moveTo>
                    <a:pt x="91" y="26"/>
                  </a:moveTo>
                  <a:cubicBezTo>
                    <a:pt x="91" y="26"/>
                    <a:pt x="91" y="26"/>
                    <a:pt x="91" y="26"/>
                  </a:cubicBezTo>
                  <a:cubicBezTo>
                    <a:pt x="96" y="25"/>
                    <a:pt x="98" y="24"/>
                    <a:pt x="99" y="24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6"/>
                    <a:pt x="96" y="26"/>
                    <a:pt x="91" y="27"/>
                  </a:cubicBezTo>
                  <a:cubicBezTo>
                    <a:pt x="88" y="27"/>
                    <a:pt x="84" y="28"/>
                    <a:pt x="83" y="28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4" y="27"/>
                    <a:pt x="88" y="26"/>
                    <a:pt x="91" y="26"/>
                  </a:cubicBezTo>
                  <a:close/>
                  <a:moveTo>
                    <a:pt x="91" y="27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26"/>
                    <a:pt x="98" y="26"/>
                    <a:pt x="99" y="26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4" y="28"/>
                    <a:pt x="88" y="28"/>
                    <a:pt x="91" y="27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7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7"/>
                    <a:pt x="91" y="28"/>
                  </a:cubicBezTo>
                  <a:cubicBezTo>
                    <a:pt x="88" y="28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8"/>
                    <a:pt x="91" y="28"/>
                  </a:cubicBezTo>
                  <a:close/>
                  <a:moveTo>
                    <a:pt x="91" y="28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28"/>
                    <a:pt x="98" y="27"/>
                    <a:pt x="99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7"/>
                    <a:pt x="96" y="28"/>
                    <a:pt x="91" y="29"/>
                  </a:cubicBezTo>
                  <a:cubicBezTo>
                    <a:pt x="88" y="29"/>
                    <a:pt x="84" y="29"/>
                    <a:pt x="83" y="29"/>
                  </a:cubicBezTo>
                  <a:cubicBezTo>
                    <a:pt x="83" y="29"/>
                    <a:pt x="83" y="29"/>
                    <a:pt x="83" y="29"/>
                  </a:cubicBezTo>
                  <a:cubicBezTo>
                    <a:pt x="84" y="29"/>
                    <a:pt x="88" y="29"/>
                    <a:pt x="91" y="28"/>
                  </a:cubicBezTo>
                  <a:close/>
                  <a:moveTo>
                    <a:pt x="91" y="29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8"/>
                    <a:pt x="98" y="28"/>
                    <a:pt x="99" y="27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29"/>
                    <a:pt x="91" y="30"/>
                  </a:cubicBezTo>
                  <a:cubicBezTo>
                    <a:pt x="88" y="30"/>
                    <a:pt x="84" y="31"/>
                    <a:pt x="83" y="31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30"/>
                    <a:pt x="88" y="29"/>
                    <a:pt x="91" y="29"/>
                  </a:cubicBezTo>
                  <a:close/>
                  <a:moveTo>
                    <a:pt x="91" y="30"/>
                  </a:moveTo>
                  <a:cubicBezTo>
                    <a:pt x="91" y="30"/>
                    <a:pt x="91" y="30"/>
                    <a:pt x="91" y="30"/>
                  </a:cubicBezTo>
                  <a:cubicBezTo>
                    <a:pt x="95" y="30"/>
                    <a:pt x="98" y="29"/>
                    <a:pt x="99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8" y="29"/>
                    <a:pt x="96" y="30"/>
                    <a:pt x="91" y="31"/>
                  </a:cubicBezTo>
                  <a:cubicBezTo>
                    <a:pt x="88" y="31"/>
                    <a:pt x="84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8" y="30"/>
                    <a:pt x="91" y="30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0"/>
                    <a:pt x="91" y="31"/>
                  </a:cubicBezTo>
                  <a:cubicBezTo>
                    <a:pt x="88" y="31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1"/>
                    <a:pt x="88" y="31"/>
                    <a:pt x="91" y="31"/>
                  </a:cubicBezTo>
                  <a:close/>
                  <a:moveTo>
                    <a:pt x="91" y="31"/>
                  </a:moveTo>
                  <a:cubicBezTo>
                    <a:pt x="91" y="31"/>
                    <a:pt x="91" y="31"/>
                    <a:pt x="91" y="31"/>
                  </a:cubicBezTo>
                  <a:cubicBezTo>
                    <a:pt x="95" y="30"/>
                    <a:pt x="98" y="30"/>
                    <a:pt x="99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6" y="31"/>
                    <a:pt x="91" y="31"/>
                  </a:cubicBezTo>
                  <a:cubicBezTo>
                    <a:pt x="88" y="32"/>
                    <a:pt x="84" y="32"/>
                    <a:pt x="83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1"/>
                    <a:pt x="91" y="31"/>
                  </a:cubicBezTo>
                  <a:close/>
                  <a:moveTo>
                    <a:pt x="91" y="32"/>
                  </a:moveTo>
                  <a:cubicBezTo>
                    <a:pt x="91" y="32"/>
                    <a:pt x="91" y="32"/>
                    <a:pt x="91" y="32"/>
                  </a:cubicBezTo>
                  <a:cubicBezTo>
                    <a:pt x="95" y="31"/>
                    <a:pt x="98" y="31"/>
                    <a:pt x="99" y="30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98" y="32"/>
                    <a:pt x="96" y="32"/>
                    <a:pt x="91" y="33"/>
                  </a:cubicBezTo>
                  <a:cubicBezTo>
                    <a:pt x="88" y="33"/>
                    <a:pt x="84" y="34"/>
                    <a:pt x="83" y="34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84" y="32"/>
                    <a:pt x="88" y="32"/>
                    <a:pt x="91" y="32"/>
                  </a:cubicBezTo>
                  <a:close/>
                  <a:moveTo>
                    <a:pt x="91" y="33"/>
                  </a:moveTo>
                  <a:cubicBezTo>
                    <a:pt x="91" y="33"/>
                    <a:pt x="91" y="33"/>
                    <a:pt x="91" y="33"/>
                  </a:cubicBezTo>
                  <a:cubicBezTo>
                    <a:pt x="95" y="32"/>
                    <a:pt x="98" y="32"/>
                    <a:pt x="99" y="32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8" y="33"/>
                    <a:pt x="96" y="33"/>
                    <a:pt x="91" y="33"/>
                  </a:cubicBezTo>
                  <a:cubicBezTo>
                    <a:pt x="88" y="34"/>
                    <a:pt x="84" y="34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8" y="33"/>
                    <a:pt x="91" y="33"/>
                  </a:cubicBezTo>
                  <a:close/>
                  <a:moveTo>
                    <a:pt x="98" y="4"/>
                  </a:moveTo>
                  <a:cubicBezTo>
                    <a:pt x="98" y="4"/>
                    <a:pt x="98" y="4"/>
                    <a:pt x="98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6"/>
                    <a:pt x="100" y="6"/>
                    <a:pt x="100" y="6"/>
                  </a:cubicBezTo>
                  <a:cubicBezTo>
                    <a:pt x="98" y="6"/>
                    <a:pt x="98" y="6"/>
                    <a:pt x="98" y="6"/>
                  </a:cubicBezTo>
                  <a:lnTo>
                    <a:pt x="98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5" y="7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7"/>
                    <a:pt x="97" y="7"/>
                    <a:pt x="97" y="7"/>
                  </a:cubicBezTo>
                  <a:lnTo>
                    <a:pt x="95" y="7"/>
                  </a:lnTo>
                  <a:close/>
                  <a:moveTo>
                    <a:pt x="92" y="8"/>
                  </a:moveTo>
                  <a:cubicBezTo>
                    <a:pt x="92" y="8"/>
                    <a:pt x="92" y="8"/>
                    <a:pt x="92" y="8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7"/>
                    <a:pt x="94" y="7"/>
                    <a:pt x="94" y="7"/>
                  </a:cubicBezTo>
                  <a:lnTo>
                    <a:pt x="92" y="8"/>
                  </a:lnTo>
                  <a:close/>
                  <a:moveTo>
                    <a:pt x="87" y="9"/>
                  </a:moveTo>
                  <a:cubicBezTo>
                    <a:pt x="87" y="9"/>
                    <a:pt x="87" y="9"/>
                    <a:pt x="87" y="9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89" y="9"/>
                    <a:pt x="89" y="9"/>
                    <a:pt x="89" y="9"/>
                  </a:cubicBezTo>
                  <a:lnTo>
                    <a:pt x="87" y="9"/>
                  </a:lnTo>
                  <a:close/>
                  <a:moveTo>
                    <a:pt x="105" y="43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5" y="44"/>
                    <a:pt x="105" y="44"/>
                    <a:pt x="105" y="44"/>
                  </a:cubicBezTo>
                  <a:lnTo>
                    <a:pt x="105" y="43"/>
                  </a:lnTo>
                  <a:close/>
                  <a:moveTo>
                    <a:pt x="102" y="45"/>
                  </a:moveTo>
                  <a:cubicBezTo>
                    <a:pt x="102" y="45"/>
                    <a:pt x="102" y="45"/>
                    <a:pt x="102" y="45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9" y="45"/>
                    <a:pt x="99" y="45"/>
                    <a:pt x="99" y="45"/>
                  </a:cubicBezTo>
                  <a:lnTo>
                    <a:pt x="102" y="45"/>
                  </a:lnTo>
                  <a:close/>
                  <a:moveTo>
                    <a:pt x="78" y="47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4" y="47"/>
                    <a:pt x="74" y="47"/>
                    <a:pt x="74" y="47"/>
                  </a:cubicBezTo>
                  <a:lnTo>
                    <a:pt x="78" y="47"/>
                  </a:lnTo>
                  <a:close/>
                  <a:moveTo>
                    <a:pt x="70" y="47"/>
                  </a:move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70" y="48"/>
                    <a:pt x="70" y="48"/>
                    <a:pt x="70" y="48"/>
                  </a:cubicBezTo>
                  <a:cubicBezTo>
                    <a:pt x="66" y="47"/>
                    <a:pt x="66" y="47"/>
                    <a:pt x="66" y="47"/>
                  </a:cubicBezTo>
                  <a:lnTo>
                    <a:pt x="70" y="47"/>
                  </a:lnTo>
                  <a:close/>
                  <a:moveTo>
                    <a:pt x="62" y="47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62" y="47"/>
                  </a:lnTo>
                  <a:close/>
                  <a:moveTo>
                    <a:pt x="60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lose/>
                  <a:moveTo>
                    <a:pt x="41" y="48"/>
                  </a:moveTo>
                  <a:cubicBezTo>
                    <a:pt x="41" y="48"/>
                    <a:pt x="41" y="48"/>
                    <a:pt x="41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8" y="48"/>
                    <a:pt x="38" y="48"/>
                    <a:pt x="38" y="48"/>
                  </a:cubicBezTo>
                  <a:lnTo>
                    <a:pt x="41" y="48"/>
                  </a:lnTo>
                  <a:close/>
                  <a:moveTo>
                    <a:pt x="39" y="53"/>
                  </a:move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9"/>
                    <a:pt x="39" y="49"/>
                    <a:pt x="39" y="49"/>
                  </a:cubicBezTo>
                  <a:lnTo>
                    <a:pt x="39" y="53"/>
                  </a:lnTo>
                  <a:close/>
                  <a:moveTo>
                    <a:pt x="45" y="53"/>
                  </a:moveTo>
                  <a:cubicBezTo>
                    <a:pt x="45" y="53"/>
                    <a:pt x="45" y="53"/>
                    <a:pt x="45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5" y="49"/>
                    <a:pt x="45" y="49"/>
                    <a:pt x="45" y="49"/>
                  </a:cubicBezTo>
                  <a:lnTo>
                    <a:pt x="45" y="53"/>
                  </a:lnTo>
                  <a:close/>
                  <a:moveTo>
                    <a:pt x="45" y="49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9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8" y="48"/>
                  </a:lnTo>
                  <a:close/>
                  <a:moveTo>
                    <a:pt x="47" y="49"/>
                  </a:moveTo>
                  <a:cubicBezTo>
                    <a:pt x="47" y="49"/>
                    <a:pt x="47" y="49"/>
                    <a:pt x="47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lnTo>
                    <a:pt x="47" y="49"/>
                  </a:lnTo>
                  <a:close/>
                  <a:moveTo>
                    <a:pt x="52" y="53"/>
                  </a:moveTo>
                  <a:cubicBezTo>
                    <a:pt x="52" y="53"/>
                    <a:pt x="52" y="53"/>
                    <a:pt x="52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9"/>
                    <a:pt x="52" y="49"/>
                    <a:pt x="52" y="49"/>
                  </a:cubicBezTo>
                  <a:lnTo>
                    <a:pt x="52" y="53"/>
                  </a:lnTo>
                  <a:close/>
                  <a:moveTo>
                    <a:pt x="52" y="49"/>
                  </a:moveTo>
                  <a:cubicBezTo>
                    <a:pt x="52" y="49"/>
                    <a:pt x="52" y="49"/>
                    <a:pt x="52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49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2" y="48"/>
                  </a:lnTo>
                  <a:close/>
                  <a:moveTo>
                    <a:pt x="54" y="49"/>
                  </a:moveTo>
                  <a:cubicBezTo>
                    <a:pt x="54" y="49"/>
                    <a:pt x="54" y="49"/>
                    <a:pt x="54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3" y="48"/>
                    <a:pt x="53" y="48"/>
                    <a:pt x="53" y="48"/>
                  </a:cubicBezTo>
                  <a:lnTo>
                    <a:pt x="54" y="49"/>
                  </a:lnTo>
                  <a:close/>
                  <a:moveTo>
                    <a:pt x="59" y="53"/>
                  </a:moveTo>
                  <a:cubicBezTo>
                    <a:pt x="59" y="53"/>
                    <a:pt x="59" y="53"/>
                    <a:pt x="59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9" y="49"/>
                    <a:pt x="59" y="49"/>
                    <a:pt x="59" y="49"/>
                  </a:cubicBezTo>
                  <a:lnTo>
                    <a:pt x="59" y="53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8"/>
                    <a:pt x="59" y="48"/>
                    <a:pt x="59" y="48"/>
                  </a:cubicBezTo>
                  <a:close/>
                  <a:moveTo>
                    <a:pt x="67" y="54"/>
                  </a:moveTo>
                  <a:cubicBezTo>
                    <a:pt x="67" y="54"/>
                    <a:pt x="67" y="54"/>
                    <a:pt x="67" y="54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7" y="49"/>
                    <a:pt x="67" y="49"/>
                    <a:pt x="67" y="49"/>
                  </a:cubicBezTo>
                  <a:lnTo>
                    <a:pt x="67" y="54"/>
                  </a:lnTo>
                  <a:close/>
                  <a:moveTo>
                    <a:pt x="67" y="48"/>
                  </a:moveTo>
                  <a:cubicBezTo>
                    <a:pt x="67" y="48"/>
                    <a:pt x="67" y="48"/>
                    <a:pt x="67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lose/>
                  <a:moveTo>
                    <a:pt x="75" y="54"/>
                  </a:moveTo>
                  <a:cubicBezTo>
                    <a:pt x="75" y="54"/>
                    <a:pt x="75" y="54"/>
                    <a:pt x="75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5" y="49"/>
                    <a:pt x="75" y="49"/>
                    <a:pt x="75" y="49"/>
                  </a:cubicBezTo>
                  <a:lnTo>
                    <a:pt x="75" y="54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5" y="48"/>
                    <a:pt x="75" y="48"/>
                    <a:pt x="75" y="48"/>
                  </a:cubicBezTo>
                  <a:close/>
                  <a:moveTo>
                    <a:pt x="83" y="54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83" y="48"/>
                    <a:pt x="83" y="48"/>
                    <a:pt x="83" y="48"/>
                  </a:cubicBezTo>
                  <a:lnTo>
                    <a:pt x="83" y="54"/>
                  </a:lnTo>
                  <a:close/>
                  <a:moveTo>
                    <a:pt x="83" y="48"/>
                  </a:moveTo>
                  <a:cubicBezTo>
                    <a:pt x="83" y="48"/>
                    <a:pt x="83" y="48"/>
                    <a:pt x="83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86" y="48"/>
                    <a:pt x="86" y="48"/>
                    <a:pt x="86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3" y="48"/>
                    <a:pt x="83" y="48"/>
                    <a:pt x="83" y="48"/>
                  </a:cubicBezTo>
                  <a:close/>
                  <a:moveTo>
                    <a:pt x="90" y="54"/>
                  </a:moveTo>
                  <a:cubicBezTo>
                    <a:pt x="90" y="54"/>
                    <a:pt x="90" y="54"/>
                    <a:pt x="90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90" y="48"/>
                    <a:pt x="90" y="48"/>
                    <a:pt x="90" y="48"/>
                  </a:cubicBezTo>
                  <a:lnTo>
                    <a:pt x="90" y="54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3" y="47"/>
                    <a:pt x="83" y="47"/>
                    <a:pt x="83" y="47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90" y="48"/>
                    <a:pt x="90" y="48"/>
                    <a:pt x="90" y="48"/>
                  </a:cubicBezTo>
                  <a:close/>
                  <a:moveTo>
                    <a:pt x="94" y="54"/>
                  </a:moveTo>
                  <a:cubicBezTo>
                    <a:pt x="94" y="54"/>
                    <a:pt x="94" y="54"/>
                    <a:pt x="94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4" y="48"/>
                    <a:pt x="94" y="48"/>
                    <a:pt x="94" y="48"/>
                  </a:cubicBezTo>
                  <a:lnTo>
                    <a:pt x="94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4" y="47"/>
                    <a:pt x="94" y="47"/>
                    <a:pt x="94" y="47"/>
                  </a:cubicBezTo>
                  <a:lnTo>
                    <a:pt x="94" y="48"/>
                  </a:lnTo>
                  <a:close/>
                  <a:moveTo>
                    <a:pt x="101" y="54"/>
                  </a:moveTo>
                  <a:cubicBezTo>
                    <a:pt x="101" y="54"/>
                    <a:pt x="101" y="54"/>
                    <a:pt x="101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1" y="48"/>
                    <a:pt x="101" y="48"/>
                    <a:pt x="101" y="48"/>
                  </a:cubicBezTo>
                  <a:lnTo>
                    <a:pt x="101" y="54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5" y="48"/>
                    <a:pt x="95" y="48"/>
                    <a:pt x="95" y="48"/>
                  </a:cubicBezTo>
                  <a:lnTo>
                    <a:pt x="94" y="48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1" y="46"/>
                    <a:pt x="101" y="46"/>
                    <a:pt x="101" y="46"/>
                  </a:cubicBezTo>
                  <a:lnTo>
                    <a:pt x="101" y="48"/>
                  </a:lnTo>
                  <a:close/>
                  <a:moveTo>
                    <a:pt x="103" y="54"/>
                  </a:moveTo>
                  <a:cubicBezTo>
                    <a:pt x="103" y="54"/>
                    <a:pt x="103" y="54"/>
                    <a:pt x="103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3" y="48"/>
                    <a:pt x="103" y="48"/>
                    <a:pt x="103" y="48"/>
                  </a:cubicBezTo>
                  <a:lnTo>
                    <a:pt x="103" y="54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3" y="47"/>
                    <a:pt x="103" y="47"/>
                    <a:pt x="103" y="47"/>
                  </a:cubicBezTo>
                  <a:lnTo>
                    <a:pt x="103" y="48"/>
                  </a:lnTo>
                  <a:close/>
                  <a:moveTo>
                    <a:pt x="104" y="46"/>
                  </a:moveTo>
                  <a:cubicBezTo>
                    <a:pt x="104" y="46"/>
                    <a:pt x="104" y="46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4" y="44"/>
                    <a:pt x="104" y="44"/>
                    <a:pt x="104" y="44"/>
                  </a:cubicBezTo>
                  <a:lnTo>
                    <a:pt x="104" y="46"/>
                  </a:lnTo>
                  <a:close/>
                  <a:moveTo>
                    <a:pt x="110" y="54"/>
                  </a:moveTo>
                  <a:cubicBezTo>
                    <a:pt x="110" y="54"/>
                    <a:pt x="110" y="54"/>
                    <a:pt x="110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10" y="48"/>
                    <a:pt x="110" y="48"/>
                    <a:pt x="110" y="48"/>
                  </a:cubicBezTo>
                  <a:lnTo>
                    <a:pt x="110" y="54"/>
                  </a:lnTo>
                  <a:close/>
                  <a:moveTo>
                    <a:pt x="111" y="47"/>
                  </a:moveTo>
                  <a:cubicBezTo>
                    <a:pt x="111" y="47"/>
                    <a:pt x="111" y="47"/>
                    <a:pt x="111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4" y="47"/>
                    <a:pt x="104" y="47"/>
                    <a:pt x="104" y="47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1" y="45"/>
                    <a:pt x="111" y="45"/>
                    <a:pt x="111" y="45"/>
                  </a:cubicBezTo>
                  <a:lnTo>
                    <a:pt x="111" y="47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08" y="44"/>
                    <a:pt x="108" y="44"/>
                    <a:pt x="108" y="44"/>
                  </a:cubicBezTo>
                  <a:lnTo>
                    <a:pt x="106" y="44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11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0" y="44"/>
                  </a:lnTo>
                  <a:close/>
                  <a:moveTo>
                    <a:pt x="110" y="44"/>
                  </a:moveTo>
                  <a:cubicBezTo>
                    <a:pt x="110" y="44"/>
                    <a:pt x="110" y="44"/>
                    <a:pt x="110" y="44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3"/>
                    <a:pt x="110" y="43"/>
                    <a:pt x="110" y="43"/>
                  </a:cubicBezTo>
                  <a:lnTo>
                    <a:pt x="110" y="44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14" y="54"/>
                    <a:pt x="114" y="54"/>
                    <a:pt x="114" y="54"/>
                  </a:cubicBezTo>
                  <a:lnTo>
                    <a:pt x="114" y="47"/>
                  </a:lnTo>
                  <a:close/>
                  <a:moveTo>
                    <a:pt x="114" y="47"/>
                  </a:moveTo>
                  <a:cubicBezTo>
                    <a:pt x="114" y="47"/>
                    <a:pt x="114" y="47"/>
                    <a:pt x="114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4"/>
                    <a:pt x="113" y="54"/>
                    <a:pt x="113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lnTo>
                    <a:pt x="114" y="47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36"/>
                    <a:pt x="105" y="36"/>
                    <a:pt x="105" y="36"/>
                  </a:cubicBezTo>
                  <a:cubicBezTo>
                    <a:pt x="112" y="37"/>
                    <a:pt x="112" y="37"/>
                    <a:pt x="112" y="37"/>
                  </a:cubicBezTo>
                  <a:lnTo>
                    <a:pt x="112" y="44"/>
                  </a:lnTo>
                  <a:close/>
                  <a:moveTo>
                    <a:pt x="115" y="5"/>
                  </a:moveTo>
                  <a:cubicBezTo>
                    <a:pt x="115" y="5"/>
                    <a:pt x="115" y="5"/>
                    <a:pt x="115" y="5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7"/>
                    <a:pt x="115" y="7"/>
                    <a:pt x="115" y="7"/>
                  </a:cubicBezTo>
                  <a:lnTo>
                    <a:pt x="115" y="5"/>
                  </a:ln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8"/>
                    <a:pt x="115" y="8"/>
                    <a:pt x="115" y="8"/>
                  </a:cubicBezTo>
                  <a:lnTo>
                    <a:pt x="115" y="7"/>
                  </a:lnTo>
                  <a:close/>
                  <a:moveTo>
                    <a:pt x="115" y="8"/>
                  </a:moveTo>
                  <a:cubicBezTo>
                    <a:pt x="115" y="8"/>
                    <a:pt x="115" y="8"/>
                    <a:pt x="115" y="8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5" y="8"/>
                    <a:pt x="115" y="8"/>
                    <a:pt x="115" y="8"/>
                  </a:cubicBezTo>
                  <a:close/>
                  <a:moveTo>
                    <a:pt x="115" y="9"/>
                  </a:moveTo>
                  <a:cubicBezTo>
                    <a:pt x="115" y="9"/>
                    <a:pt x="115" y="9"/>
                    <a:pt x="115" y="9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5" y="10"/>
                    <a:pt x="115" y="10"/>
                    <a:pt x="115" y="10"/>
                  </a:cubicBezTo>
                  <a:lnTo>
                    <a:pt x="115" y="9"/>
                  </a:lnTo>
                  <a:close/>
                  <a:moveTo>
                    <a:pt x="115" y="10"/>
                  </a:moveTo>
                  <a:cubicBezTo>
                    <a:pt x="115" y="10"/>
                    <a:pt x="115" y="10"/>
                    <a:pt x="115" y="10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5" y="11"/>
                    <a:pt x="115" y="11"/>
                  </a:cubicBezTo>
                  <a:lnTo>
                    <a:pt x="115" y="10"/>
                  </a:lnTo>
                  <a:close/>
                  <a:moveTo>
                    <a:pt x="115" y="11"/>
                  </a:moveTo>
                  <a:cubicBezTo>
                    <a:pt x="115" y="11"/>
                    <a:pt x="115" y="11"/>
                    <a:pt x="115" y="11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2"/>
                    <a:pt x="115" y="12"/>
                    <a:pt x="115" y="12"/>
                  </a:cubicBezTo>
                  <a:lnTo>
                    <a:pt x="115" y="11"/>
                  </a:lnTo>
                  <a:close/>
                  <a:moveTo>
                    <a:pt x="115" y="12"/>
                  </a:moveTo>
                  <a:cubicBezTo>
                    <a:pt x="115" y="12"/>
                    <a:pt x="115" y="12"/>
                    <a:pt x="115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3"/>
                    <a:pt x="115" y="13"/>
                    <a:pt x="115" y="13"/>
                  </a:cubicBezTo>
                  <a:lnTo>
                    <a:pt x="115" y="12"/>
                  </a:lnTo>
                  <a:close/>
                  <a:moveTo>
                    <a:pt x="115" y="13"/>
                  </a:moveTo>
                  <a:cubicBezTo>
                    <a:pt x="115" y="13"/>
                    <a:pt x="115" y="13"/>
                    <a:pt x="115" y="13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7" y="14"/>
                    <a:pt x="117" y="14"/>
                    <a:pt x="117" y="14"/>
                  </a:cubicBezTo>
                  <a:cubicBezTo>
                    <a:pt x="115" y="14"/>
                    <a:pt x="115" y="14"/>
                    <a:pt x="115" y="14"/>
                  </a:cubicBezTo>
                  <a:lnTo>
                    <a:pt x="115" y="13"/>
                  </a:lnTo>
                  <a:close/>
                  <a:moveTo>
                    <a:pt x="115" y="14"/>
                  </a:moveTo>
                  <a:cubicBezTo>
                    <a:pt x="115" y="14"/>
                    <a:pt x="115" y="14"/>
                    <a:pt x="115" y="14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5" y="15"/>
                    <a:pt x="115" y="15"/>
                    <a:pt x="115" y="15"/>
                  </a:cubicBezTo>
                  <a:lnTo>
                    <a:pt x="115" y="14"/>
                  </a:lnTo>
                  <a:close/>
                  <a:moveTo>
                    <a:pt x="115" y="15"/>
                  </a:moveTo>
                  <a:cubicBezTo>
                    <a:pt x="115" y="15"/>
                    <a:pt x="115" y="15"/>
                    <a:pt x="115" y="15"/>
                  </a:cubicBezTo>
                  <a:cubicBezTo>
                    <a:pt x="117" y="15"/>
                    <a:pt x="117" y="15"/>
                    <a:pt x="117" y="15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5" y="16"/>
                    <a:pt x="115" y="16"/>
                    <a:pt x="115" y="16"/>
                  </a:cubicBezTo>
                  <a:lnTo>
                    <a:pt x="115" y="15"/>
                  </a:ln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7"/>
                    <a:pt x="117" y="17"/>
                    <a:pt x="117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7"/>
                    <a:pt x="115" y="17"/>
                    <a:pt x="115" y="17"/>
                  </a:cubicBezTo>
                  <a:close/>
                  <a:moveTo>
                    <a:pt x="115" y="17"/>
                  </a:moveTo>
                  <a:cubicBezTo>
                    <a:pt x="115" y="17"/>
                    <a:pt x="115" y="17"/>
                    <a:pt x="115" y="17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5" y="18"/>
                    <a:pt x="115" y="18"/>
                    <a:pt x="115" y="18"/>
                  </a:cubicBezTo>
                  <a:lnTo>
                    <a:pt x="115" y="17"/>
                  </a:lnTo>
                  <a:close/>
                  <a:moveTo>
                    <a:pt x="115" y="18"/>
                  </a:moveTo>
                  <a:cubicBezTo>
                    <a:pt x="115" y="18"/>
                    <a:pt x="115" y="18"/>
                    <a:pt x="115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19"/>
                    <a:pt x="115" y="19"/>
                    <a:pt x="115" y="19"/>
                  </a:cubicBezTo>
                  <a:lnTo>
                    <a:pt x="115" y="18"/>
                  </a:lnTo>
                  <a:close/>
                  <a:moveTo>
                    <a:pt x="115" y="19"/>
                  </a:moveTo>
                  <a:cubicBezTo>
                    <a:pt x="115" y="19"/>
                    <a:pt x="115" y="19"/>
                    <a:pt x="115" y="19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5" y="20"/>
                    <a:pt x="115" y="20"/>
                    <a:pt x="115" y="20"/>
                  </a:cubicBezTo>
                  <a:lnTo>
                    <a:pt x="115" y="19"/>
                  </a:lnTo>
                  <a:close/>
                  <a:moveTo>
                    <a:pt x="115" y="20"/>
                  </a:moveTo>
                  <a:cubicBezTo>
                    <a:pt x="115" y="20"/>
                    <a:pt x="115" y="20"/>
                    <a:pt x="115" y="20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5" y="21"/>
                    <a:pt x="115" y="21"/>
                    <a:pt x="115" y="21"/>
                  </a:cubicBezTo>
                  <a:lnTo>
                    <a:pt x="115" y="20"/>
                  </a:lnTo>
                  <a:close/>
                  <a:moveTo>
                    <a:pt x="115" y="21"/>
                  </a:moveTo>
                  <a:cubicBezTo>
                    <a:pt x="115" y="21"/>
                    <a:pt x="115" y="21"/>
                    <a:pt x="115" y="21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2"/>
                    <a:pt x="115" y="22"/>
                    <a:pt x="115" y="22"/>
                  </a:cubicBezTo>
                  <a:lnTo>
                    <a:pt x="115" y="21"/>
                  </a:ln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15" y="23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5" y="24"/>
                    <a:pt x="115" y="24"/>
                    <a:pt x="115" y="24"/>
                  </a:cubicBezTo>
                  <a:lnTo>
                    <a:pt x="115" y="23"/>
                  </a:lnTo>
                  <a:close/>
                  <a:moveTo>
                    <a:pt x="115" y="24"/>
                  </a:moveTo>
                  <a:cubicBezTo>
                    <a:pt x="115" y="24"/>
                    <a:pt x="115" y="24"/>
                    <a:pt x="115" y="24"/>
                  </a:cubicBezTo>
                  <a:cubicBezTo>
                    <a:pt x="117" y="24"/>
                    <a:pt x="117" y="24"/>
                    <a:pt x="117" y="24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5"/>
                    <a:pt x="115" y="25"/>
                    <a:pt x="115" y="25"/>
                  </a:cubicBezTo>
                  <a:lnTo>
                    <a:pt x="115" y="24"/>
                  </a:lnTo>
                  <a:close/>
                  <a:moveTo>
                    <a:pt x="115" y="25"/>
                  </a:moveTo>
                  <a:cubicBezTo>
                    <a:pt x="115" y="25"/>
                    <a:pt x="115" y="25"/>
                    <a:pt x="115" y="25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5" y="26"/>
                    <a:pt x="115" y="26"/>
                    <a:pt x="115" y="26"/>
                  </a:cubicBezTo>
                  <a:lnTo>
                    <a:pt x="115" y="25"/>
                  </a:lnTo>
                  <a:close/>
                  <a:moveTo>
                    <a:pt x="115" y="26"/>
                  </a:moveTo>
                  <a:cubicBezTo>
                    <a:pt x="115" y="26"/>
                    <a:pt x="115" y="26"/>
                    <a:pt x="115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5" y="27"/>
                    <a:pt x="115" y="27"/>
                    <a:pt x="115" y="27"/>
                  </a:cubicBezTo>
                  <a:lnTo>
                    <a:pt x="115" y="26"/>
                  </a:lnTo>
                  <a:close/>
                  <a:moveTo>
                    <a:pt x="115" y="27"/>
                  </a:moveTo>
                  <a:cubicBezTo>
                    <a:pt x="115" y="27"/>
                    <a:pt x="115" y="27"/>
                    <a:pt x="115" y="27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8"/>
                    <a:pt x="115" y="28"/>
                    <a:pt x="115" y="28"/>
                  </a:cubicBezTo>
                  <a:lnTo>
                    <a:pt x="115" y="27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7" y="29"/>
                    <a:pt x="117" y="29"/>
                    <a:pt x="117" y="29"/>
                  </a:cubicBezTo>
                  <a:cubicBezTo>
                    <a:pt x="115" y="29"/>
                    <a:pt x="115" y="29"/>
                    <a:pt x="115" y="29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15" y="29"/>
                  </a:lnTo>
                  <a:close/>
                  <a:moveTo>
                    <a:pt x="115" y="30"/>
                  </a:moveTo>
                  <a:cubicBezTo>
                    <a:pt x="115" y="30"/>
                    <a:pt x="115" y="30"/>
                    <a:pt x="115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15" y="30"/>
                  </a:ln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2"/>
                    <a:pt x="115" y="32"/>
                    <a:pt x="115" y="32"/>
                  </a:cubicBezTo>
                  <a:close/>
                  <a:moveTo>
                    <a:pt x="115" y="32"/>
                  </a:moveTo>
                  <a:cubicBezTo>
                    <a:pt x="115" y="32"/>
                    <a:pt x="115" y="32"/>
                    <a:pt x="115" y="32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5" y="32"/>
                  </a:lnTo>
                  <a:close/>
                  <a:moveTo>
                    <a:pt x="114" y="6"/>
                  </a:moveTo>
                  <a:cubicBezTo>
                    <a:pt x="114" y="6"/>
                    <a:pt x="114" y="6"/>
                    <a:pt x="114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4" y="7"/>
                    <a:pt x="114" y="7"/>
                    <a:pt x="114" y="7"/>
                  </a:cubicBezTo>
                  <a:lnTo>
                    <a:pt x="114" y="6"/>
                  </a:lnTo>
                  <a:close/>
                  <a:moveTo>
                    <a:pt x="114" y="7"/>
                  </a:move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lnTo>
                    <a:pt x="114" y="7"/>
                  </a:lnTo>
                  <a:close/>
                  <a:moveTo>
                    <a:pt x="114" y="8"/>
                  </a:moveTo>
                  <a:cubicBezTo>
                    <a:pt x="114" y="8"/>
                    <a:pt x="114" y="8"/>
                    <a:pt x="114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9"/>
                    <a:pt x="114" y="9"/>
                    <a:pt x="114" y="9"/>
                  </a:cubicBezTo>
                  <a:lnTo>
                    <a:pt x="114" y="8"/>
                  </a:lnTo>
                  <a:close/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4" y="10"/>
                  </a:cubicBezTo>
                  <a:lnTo>
                    <a:pt x="114" y="9"/>
                  </a:ln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4" y="11"/>
                    <a:pt x="114" y="11"/>
                    <a:pt x="114" y="11"/>
                  </a:cubicBezTo>
                  <a:close/>
                  <a:moveTo>
                    <a:pt x="114" y="11"/>
                  </a:moveTo>
                  <a:cubicBezTo>
                    <a:pt x="114" y="11"/>
                    <a:pt x="114" y="11"/>
                    <a:pt x="114" y="11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4" y="12"/>
                    <a:pt x="114" y="12"/>
                    <a:pt x="114" y="12"/>
                  </a:cubicBezTo>
                  <a:lnTo>
                    <a:pt x="114" y="11"/>
                  </a:lnTo>
                  <a:close/>
                  <a:moveTo>
                    <a:pt x="114" y="12"/>
                  </a:moveTo>
                  <a:cubicBezTo>
                    <a:pt x="114" y="12"/>
                    <a:pt x="114" y="12"/>
                    <a:pt x="114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12"/>
                  </a:lnTo>
                  <a:close/>
                  <a:moveTo>
                    <a:pt x="114" y="13"/>
                  </a:moveTo>
                  <a:cubicBezTo>
                    <a:pt x="114" y="13"/>
                    <a:pt x="114" y="13"/>
                    <a:pt x="114" y="13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lnTo>
                    <a:pt x="114" y="13"/>
                  </a:lnTo>
                  <a:close/>
                  <a:moveTo>
                    <a:pt x="114" y="14"/>
                  </a:moveTo>
                  <a:cubicBezTo>
                    <a:pt x="114" y="14"/>
                    <a:pt x="114" y="14"/>
                    <a:pt x="114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5"/>
                    <a:pt x="114" y="15"/>
                    <a:pt x="114" y="15"/>
                  </a:cubicBezTo>
                  <a:lnTo>
                    <a:pt x="114" y="14"/>
                  </a:lnTo>
                  <a:close/>
                  <a:moveTo>
                    <a:pt x="114" y="15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4" y="17"/>
                    <a:pt x="114" y="17"/>
                    <a:pt x="114" y="17"/>
                  </a:cubicBezTo>
                  <a:lnTo>
                    <a:pt x="114" y="15"/>
                  </a:ln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4" y="17"/>
                    <a:pt x="114" y="17"/>
                    <a:pt x="114" y="17"/>
                  </a:cubicBezTo>
                  <a:close/>
                  <a:moveTo>
                    <a:pt x="114" y="17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4" y="18"/>
                    <a:pt x="114" y="18"/>
                    <a:pt x="114" y="18"/>
                  </a:cubicBezTo>
                  <a:lnTo>
                    <a:pt x="114" y="17"/>
                  </a:lnTo>
                  <a:close/>
                  <a:moveTo>
                    <a:pt x="114" y="18"/>
                  </a:moveTo>
                  <a:cubicBezTo>
                    <a:pt x="114" y="18"/>
                    <a:pt x="114" y="18"/>
                    <a:pt x="114" y="18"/>
                  </a:cubicBezTo>
                  <a:cubicBezTo>
                    <a:pt x="115" y="18"/>
                    <a:pt x="115" y="18"/>
                    <a:pt x="115" y="18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lnTo>
                    <a:pt x="114" y="18"/>
                  </a:ln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4" y="20"/>
                    <a:pt x="114" y="20"/>
                    <a:pt x="114" y="20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4" y="21"/>
                  </a:moveTo>
                  <a:cubicBezTo>
                    <a:pt x="114" y="21"/>
                    <a:pt x="114" y="21"/>
                    <a:pt x="114" y="21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3"/>
                    <a:pt x="114" y="23"/>
                    <a:pt x="114" y="23"/>
                  </a:cubicBezTo>
                  <a:lnTo>
                    <a:pt x="114" y="21"/>
                  </a:ln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4" y="23"/>
                    <a:pt x="114" y="23"/>
                    <a:pt x="114" y="23"/>
                  </a:cubicBezTo>
                  <a:close/>
                  <a:moveTo>
                    <a:pt x="114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4" y="24"/>
                    <a:pt x="114" y="24"/>
                    <a:pt x="114" y="24"/>
                  </a:cubicBezTo>
                  <a:lnTo>
                    <a:pt x="114" y="23"/>
                  </a:lnTo>
                  <a:close/>
                  <a:moveTo>
                    <a:pt x="114" y="24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5"/>
                    <a:pt x="114" y="25"/>
                    <a:pt x="114" y="25"/>
                  </a:cubicBezTo>
                  <a:lnTo>
                    <a:pt x="114" y="24"/>
                  </a:ln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6"/>
                    <a:pt x="114" y="26"/>
                    <a:pt x="114" y="26"/>
                  </a:cubicBezTo>
                  <a:close/>
                  <a:moveTo>
                    <a:pt x="114" y="26"/>
                  </a:move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114" y="26"/>
                  </a:lnTo>
                  <a:close/>
                  <a:moveTo>
                    <a:pt x="114" y="27"/>
                  </a:moveTo>
                  <a:cubicBezTo>
                    <a:pt x="114" y="27"/>
                    <a:pt x="114" y="27"/>
                    <a:pt x="114" y="27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4" y="28"/>
                    <a:pt x="114" y="28"/>
                    <a:pt x="114" y="28"/>
                  </a:cubicBezTo>
                  <a:lnTo>
                    <a:pt x="114" y="27"/>
                  </a:ln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4" y="29"/>
                    <a:pt x="114" y="29"/>
                    <a:pt x="114" y="29"/>
                  </a:cubicBezTo>
                  <a:close/>
                  <a:moveTo>
                    <a:pt x="114" y="29"/>
                  </a:moveTo>
                  <a:cubicBezTo>
                    <a:pt x="114" y="29"/>
                    <a:pt x="114" y="29"/>
                    <a:pt x="114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29"/>
                  </a:lnTo>
                  <a:close/>
                  <a:moveTo>
                    <a:pt x="114" y="30"/>
                  </a:moveTo>
                  <a:cubicBezTo>
                    <a:pt x="114" y="30"/>
                    <a:pt x="114" y="30"/>
                    <a:pt x="114" y="30"/>
                  </a:cubicBezTo>
                  <a:cubicBezTo>
                    <a:pt x="115" y="30"/>
                    <a:pt x="115" y="30"/>
                    <a:pt x="115" y="30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4" y="30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4" y="32"/>
                    <a:pt x="114" y="32"/>
                    <a:pt x="114" y="32"/>
                  </a:cubicBez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3"/>
                    <a:pt x="114" y="33"/>
                    <a:pt x="114" y="33"/>
                  </a:cubicBezTo>
                  <a:lnTo>
                    <a:pt x="114" y="32"/>
                  </a:lnTo>
                  <a:close/>
                  <a:moveTo>
                    <a:pt x="114" y="34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7" y="34"/>
                    <a:pt x="117" y="34"/>
                    <a:pt x="117" y="34"/>
                  </a:cubicBezTo>
                  <a:lnTo>
                    <a:pt x="114" y="34"/>
                  </a:lnTo>
                  <a:close/>
                  <a:moveTo>
                    <a:pt x="146" y="43"/>
                  </a:moveTo>
                  <a:cubicBezTo>
                    <a:pt x="146" y="43"/>
                    <a:pt x="146" y="43"/>
                    <a:pt x="146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46" y="43"/>
                    <a:pt x="146" y="43"/>
                    <a:pt x="146" y="43"/>
                  </a:cubicBezTo>
                  <a:close/>
                  <a:moveTo>
                    <a:pt x="146" y="44"/>
                  </a:moveTo>
                  <a:cubicBezTo>
                    <a:pt x="146" y="44"/>
                    <a:pt x="146" y="44"/>
                    <a:pt x="146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46" y="44"/>
                    <a:pt x="146" y="44"/>
                    <a:pt x="146" y="44"/>
                  </a:cubicBez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6" y="46"/>
                  </a:moveTo>
                  <a:cubicBezTo>
                    <a:pt x="146" y="46"/>
                    <a:pt x="146" y="46"/>
                    <a:pt x="146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6" y="46"/>
                    <a:pt x="146" y="46"/>
                    <a:pt x="146" y="46"/>
                  </a:cubicBezTo>
                  <a:close/>
                  <a:moveTo>
                    <a:pt x="146" y="47"/>
                  </a:moveTo>
                  <a:cubicBezTo>
                    <a:pt x="146" y="47"/>
                    <a:pt x="146" y="47"/>
                    <a:pt x="146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46" y="47"/>
                    <a:pt x="146" y="47"/>
                    <a:pt x="146" y="47"/>
                  </a:cubicBezTo>
                  <a:close/>
                  <a:moveTo>
                    <a:pt x="146" y="48"/>
                  </a:moveTo>
                  <a:cubicBezTo>
                    <a:pt x="146" y="48"/>
                    <a:pt x="146" y="48"/>
                    <a:pt x="146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146" y="48"/>
                    <a:pt x="146" y="48"/>
                    <a:pt x="146" y="48"/>
                  </a:cubicBez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46" y="49"/>
                    <a:pt x="146" y="49"/>
                    <a:pt x="146" y="49"/>
                  </a:cubicBezTo>
                  <a:close/>
                  <a:moveTo>
                    <a:pt x="146" y="50"/>
                  </a:moveTo>
                  <a:cubicBezTo>
                    <a:pt x="146" y="50"/>
                    <a:pt x="146" y="50"/>
                    <a:pt x="146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51" y="50"/>
                    <a:pt x="151" y="50"/>
                    <a:pt x="151" y="50"/>
                  </a:cubicBezTo>
                  <a:cubicBezTo>
                    <a:pt x="146" y="50"/>
                    <a:pt x="146" y="50"/>
                    <a:pt x="146" y="50"/>
                  </a:cubicBezTo>
                  <a:close/>
                  <a:moveTo>
                    <a:pt x="146" y="51"/>
                  </a:moveTo>
                  <a:cubicBezTo>
                    <a:pt x="146" y="51"/>
                    <a:pt x="146" y="51"/>
                    <a:pt x="146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6" y="51"/>
                    <a:pt x="146" y="51"/>
                    <a:pt x="146" y="51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46" y="52"/>
                    <a:pt x="146" y="52"/>
                    <a:pt x="146" y="52"/>
                  </a:cubicBezTo>
                  <a:close/>
                  <a:moveTo>
                    <a:pt x="146" y="52"/>
                  </a:moveTo>
                  <a:cubicBezTo>
                    <a:pt x="146" y="52"/>
                    <a:pt x="146" y="52"/>
                    <a:pt x="146" y="52"/>
                  </a:cubicBezTo>
                  <a:cubicBezTo>
                    <a:pt x="151" y="52"/>
                    <a:pt x="151" y="52"/>
                    <a:pt x="151" y="52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46" y="53"/>
                    <a:pt x="146" y="53"/>
                    <a:pt x="146" y="53"/>
                  </a:cubicBezTo>
                  <a:lnTo>
                    <a:pt x="146" y="52"/>
                  </a:lnTo>
                  <a:close/>
                  <a:moveTo>
                    <a:pt x="151" y="54"/>
                  </a:moveTo>
                  <a:cubicBezTo>
                    <a:pt x="151" y="54"/>
                    <a:pt x="151" y="54"/>
                    <a:pt x="151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46" y="54"/>
                    <a:pt x="146" y="54"/>
                    <a:pt x="146" y="54"/>
                  </a:cubicBezTo>
                  <a:cubicBezTo>
                    <a:pt x="151" y="54"/>
                    <a:pt x="151" y="54"/>
                    <a:pt x="151" y="54"/>
                  </a:cubicBezTo>
                  <a:close/>
                  <a:moveTo>
                    <a:pt x="47" y="39"/>
                  </a:move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9"/>
                    <a:pt x="57" y="39"/>
                    <a:pt x="57" y="39"/>
                  </a:cubicBezTo>
                  <a:lnTo>
                    <a:pt x="47" y="39"/>
                  </a:lnTo>
                  <a:close/>
                  <a:moveTo>
                    <a:pt x="38" y="40"/>
                  </a:moveTo>
                  <a:cubicBezTo>
                    <a:pt x="38" y="40"/>
                    <a:pt x="38" y="40"/>
                    <a:pt x="38" y="40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39"/>
                    <a:pt x="47" y="39"/>
                    <a:pt x="47" y="39"/>
                  </a:cubicBezTo>
                  <a:lnTo>
                    <a:pt x="38" y="40"/>
                  </a:lnTo>
                  <a:close/>
                  <a:moveTo>
                    <a:pt x="47" y="43"/>
                  </a:moveTo>
                  <a:cubicBezTo>
                    <a:pt x="47" y="43"/>
                    <a:pt x="47" y="43"/>
                    <a:pt x="47" y="43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57" y="42"/>
                    <a:pt x="57" y="42"/>
                    <a:pt x="57" y="42"/>
                  </a:cubicBezTo>
                  <a:cubicBezTo>
                    <a:pt x="47" y="43"/>
                    <a:pt x="47" y="43"/>
                    <a:pt x="47" y="43"/>
                  </a:cubicBezTo>
                  <a:close/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39"/>
                    <a:pt x="60" y="39"/>
                    <a:pt x="60" y="39"/>
                  </a:cubicBezTo>
                  <a:close/>
                  <a:moveTo>
                    <a:pt x="47" y="44"/>
                  </a:moveTo>
                  <a:cubicBezTo>
                    <a:pt x="47" y="44"/>
                    <a:pt x="47" y="44"/>
                    <a:pt x="47" y="44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47" y="44"/>
                    <a:pt x="47" y="44"/>
                    <a:pt x="47" y="44"/>
                  </a:cubicBezTo>
                  <a:close/>
                  <a:moveTo>
                    <a:pt x="60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60" y="40"/>
                    <a:pt x="60" y="40"/>
                    <a:pt x="60" y="40"/>
                  </a:cubicBezTo>
                  <a:close/>
                  <a:moveTo>
                    <a:pt x="63" y="38"/>
                  </a:moveTo>
                  <a:cubicBezTo>
                    <a:pt x="63" y="38"/>
                    <a:pt x="63" y="38"/>
                    <a:pt x="63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3" y="38"/>
                    <a:pt x="63" y="38"/>
                    <a:pt x="63" y="38"/>
                  </a:cubicBezTo>
                  <a:close/>
                  <a:moveTo>
                    <a:pt x="47" y="45"/>
                  </a:moveTo>
                  <a:cubicBezTo>
                    <a:pt x="47" y="45"/>
                    <a:pt x="47" y="45"/>
                    <a:pt x="4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4"/>
                    <a:pt x="47" y="44"/>
                    <a:pt x="47" y="44"/>
                  </a:cubicBezTo>
                  <a:lnTo>
                    <a:pt x="47" y="45"/>
                  </a:ln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6"/>
                    <a:pt x="47" y="46"/>
                    <a:pt x="47" y="46"/>
                  </a:cubicBezTo>
                  <a:close/>
                  <a:moveTo>
                    <a:pt x="47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47" y="45"/>
                    <a:pt x="47" y="45"/>
                    <a:pt x="47" y="45"/>
                  </a:cubicBezTo>
                  <a:lnTo>
                    <a:pt x="47" y="46"/>
                  </a:lnTo>
                  <a:close/>
                  <a:moveTo>
                    <a:pt x="100" y="14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0" y="12"/>
                    <a:pt x="100" y="12"/>
                    <a:pt x="100" y="12"/>
                  </a:cubicBezTo>
                  <a:lnTo>
                    <a:pt x="100" y="14"/>
                  </a:lnTo>
                  <a:close/>
                  <a:moveTo>
                    <a:pt x="100" y="11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0" y="8"/>
                    <a:pt x="100" y="8"/>
                    <a:pt x="100" y="8"/>
                  </a:cubicBezTo>
                  <a:lnTo>
                    <a:pt x="100" y="11"/>
                  </a:lnTo>
                  <a:close/>
                  <a:moveTo>
                    <a:pt x="103" y="29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3" y="32"/>
                    <a:pt x="103" y="32"/>
                    <a:pt x="103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6" y="29"/>
                    <a:pt x="106" y="29"/>
                    <a:pt x="106" y="29"/>
                  </a:cubicBezTo>
                  <a:lnTo>
                    <a:pt x="103" y="29"/>
                  </a:lnTo>
                  <a:close/>
                  <a:moveTo>
                    <a:pt x="104" y="8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04" y="5"/>
                    <a:pt x="104" y="5"/>
                    <a:pt x="104" y="5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8"/>
                    <a:pt x="103" y="8"/>
                    <a:pt x="103" y="8"/>
                  </a:cubicBezTo>
                  <a:lnTo>
                    <a:pt x="104" y="8"/>
                  </a:lnTo>
                  <a:close/>
                  <a:moveTo>
                    <a:pt x="104" y="3"/>
                  </a:moveTo>
                  <a:cubicBezTo>
                    <a:pt x="104" y="3"/>
                    <a:pt x="104" y="3"/>
                    <a:pt x="104" y="3"/>
                  </a:cubicBezTo>
                  <a:cubicBezTo>
                    <a:pt x="106" y="2"/>
                    <a:pt x="106" y="2"/>
                    <a:pt x="106" y="2"/>
                  </a:cubicBezTo>
                  <a:cubicBezTo>
                    <a:pt x="106" y="4"/>
                    <a:pt x="106" y="4"/>
                    <a:pt x="106" y="4"/>
                  </a:cubicBezTo>
                  <a:cubicBezTo>
                    <a:pt x="104" y="5"/>
                    <a:pt x="104" y="5"/>
                    <a:pt x="104" y="5"/>
                  </a:cubicBezTo>
                  <a:lnTo>
                    <a:pt x="104" y="3"/>
                  </a:lnTo>
                  <a:close/>
                  <a:moveTo>
                    <a:pt x="60" y="41"/>
                  </a:moveTo>
                  <a:cubicBezTo>
                    <a:pt x="60" y="41"/>
                    <a:pt x="60" y="41"/>
                    <a:pt x="60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41"/>
                    <a:pt x="60" y="41"/>
                    <a:pt x="60" y="41"/>
                  </a:cubicBezTo>
                  <a:close/>
                  <a:moveTo>
                    <a:pt x="100" y="23"/>
                  </a:moveTo>
                  <a:cubicBezTo>
                    <a:pt x="100" y="23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23"/>
                  </a:lnTo>
                  <a:close/>
                  <a:moveTo>
                    <a:pt x="100" y="20"/>
                  </a:move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0" y="18"/>
                    <a:pt x="100" y="18"/>
                    <a:pt x="100" y="18"/>
                  </a:cubicBezTo>
                  <a:lnTo>
                    <a:pt x="100" y="20"/>
                  </a:lnTo>
                  <a:close/>
                  <a:moveTo>
                    <a:pt x="100" y="17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0" y="15"/>
                    <a:pt x="100" y="15"/>
                    <a:pt x="100" y="15"/>
                  </a:cubicBezTo>
                  <a:lnTo>
                    <a:pt x="100" y="17"/>
                  </a:lnTo>
                  <a:close/>
                  <a:moveTo>
                    <a:pt x="71" y="42"/>
                  </a:moveTo>
                  <a:cubicBezTo>
                    <a:pt x="71" y="42"/>
                    <a:pt x="71" y="42"/>
                    <a:pt x="71" y="42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2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6"/>
                    <a:pt x="103" y="26"/>
                    <a:pt x="103" y="26"/>
                  </a:cubicBezTo>
                  <a:lnTo>
                    <a:pt x="104" y="26"/>
                  </a:lnTo>
                  <a:close/>
                  <a:moveTo>
                    <a:pt x="104" y="11"/>
                  </a:moveTo>
                  <a:cubicBezTo>
                    <a:pt x="104" y="11"/>
                    <a:pt x="104" y="11"/>
                    <a:pt x="104" y="11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11"/>
                    <a:pt x="103" y="11"/>
                    <a:pt x="103" y="11"/>
                  </a:cubicBezTo>
                  <a:lnTo>
                    <a:pt x="104" y="11"/>
                  </a:lnTo>
                  <a:close/>
                  <a:moveTo>
                    <a:pt x="104" y="23"/>
                  </a:moveTo>
                  <a:cubicBezTo>
                    <a:pt x="104" y="23"/>
                    <a:pt x="104" y="23"/>
                    <a:pt x="104" y="23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3"/>
                    <a:pt x="103" y="23"/>
                    <a:pt x="103" y="23"/>
                  </a:cubicBezTo>
                  <a:lnTo>
                    <a:pt x="104" y="23"/>
                  </a:lnTo>
                  <a:close/>
                  <a:moveTo>
                    <a:pt x="104" y="29"/>
                  </a:moveTo>
                  <a:cubicBezTo>
                    <a:pt x="104" y="29"/>
                    <a:pt x="104" y="29"/>
                    <a:pt x="104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6" y="26"/>
                    <a:pt x="106" y="26"/>
                    <a:pt x="106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9"/>
                    <a:pt x="103" y="29"/>
                    <a:pt x="103" y="29"/>
                  </a:cubicBezTo>
                  <a:lnTo>
                    <a:pt x="104" y="29"/>
                  </a:lnTo>
                  <a:close/>
                  <a:moveTo>
                    <a:pt x="104" y="14"/>
                  </a:moveTo>
                  <a:cubicBezTo>
                    <a:pt x="104" y="14"/>
                    <a:pt x="104" y="14"/>
                    <a:pt x="104" y="1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14"/>
                    <a:pt x="103" y="14"/>
                    <a:pt x="103" y="14"/>
                  </a:cubicBezTo>
                  <a:lnTo>
                    <a:pt x="104" y="14"/>
                  </a:lnTo>
                  <a:close/>
                  <a:moveTo>
                    <a:pt x="104" y="20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3" y="17"/>
                    <a:pt x="103" y="17"/>
                    <a:pt x="103" y="17"/>
                  </a:cubicBezTo>
                  <a:cubicBezTo>
                    <a:pt x="103" y="20"/>
                    <a:pt x="103" y="20"/>
                    <a:pt x="103" y="20"/>
                  </a:cubicBezTo>
                  <a:lnTo>
                    <a:pt x="104" y="20"/>
                  </a:lnTo>
                  <a:close/>
                  <a:moveTo>
                    <a:pt x="104" y="17"/>
                  </a:moveTo>
                  <a:cubicBezTo>
                    <a:pt x="104" y="17"/>
                    <a:pt x="104" y="17"/>
                    <a:pt x="104" y="17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7"/>
                    <a:pt x="103" y="17"/>
                    <a:pt x="103" y="17"/>
                  </a:cubicBezTo>
                  <a:lnTo>
                    <a:pt x="104" y="17"/>
                  </a:lnTo>
                  <a:close/>
                  <a:moveTo>
                    <a:pt x="103" y="3"/>
                  </a:moveTo>
                  <a:cubicBezTo>
                    <a:pt x="103" y="3"/>
                    <a:pt x="103" y="3"/>
                    <a:pt x="103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3"/>
                    <a:pt x="103" y="3"/>
                    <a:pt x="103" y="3"/>
                  </a:cubicBezTo>
                  <a:close/>
                  <a:moveTo>
                    <a:pt x="103" y="5"/>
                  </a:moveTo>
                  <a:cubicBezTo>
                    <a:pt x="103" y="5"/>
                    <a:pt x="103" y="5"/>
                    <a:pt x="103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3" y="3"/>
                    <a:pt x="103" y="3"/>
                    <a:pt x="103" y="3"/>
                  </a:cubicBezTo>
                  <a:lnTo>
                    <a:pt x="103" y="5"/>
                  </a:lnTo>
                  <a:close/>
                  <a:moveTo>
                    <a:pt x="67" y="42"/>
                  </a:moveTo>
                  <a:cubicBezTo>
                    <a:pt x="67" y="42"/>
                    <a:pt x="67" y="42"/>
                    <a:pt x="67" y="4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7" y="41"/>
                    <a:pt x="67" y="41"/>
                    <a:pt x="67" y="41"/>
                  </a:cubicBezTo>
                  <a:lnTo>
                    <a:pt x="67" y="42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71" y="42"/>
                    <a:pt x="71" y="42"/>
                    <a:pt x="71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43"/>
                  </a:lnTo>
                  <a:close/>
                  <a:moveTo>
                    <a:pt x="67" y="43"/>
                  </a:moveTo>
                  <a:cubicBezTo>
                    <a:pt x="67" y="43"/>
                    <a:pt x="67" y="43"/>
                    <a:pt x="6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67" y="43"/>
                    <a:pt x="67" y="43"/>
                    <a:pt x="67" y="43"/>
                  </a:cubicBezTo>
                  <a:close/>
                  <a:moveTo>
                    <a:pt x="67" y="41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1"/>
                    <a:pt x="67" y="41"/>
                    <a:pt x="67" y="41"/>
                  </a:cubicBezTo>
                  <a:close/>
                  <a:moveTo>
                    <a:pt x="71" y="37"/>
                  </a:moveTo>
                  <a:cubicBezTo>
                    <a:pt x="71" y="37"/>
                    <a:pt x="71" y="37"/>
                    <a:pt x="71" y="37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71" y="37"/>
                    <a:pt x="71" y="37"/>
                    <a:pt x="71" y="37"/>
                  </a:cubicBezTo>
                  <a:close/>
                  <a:moveTo>
                    <a:pt x="67" y="40"/>
                  </a:moveTo>
                  <a:cubicBezTo>
                    <a:pt x="67" y="40"/>
                    <a:pt x="67" y="40"/>
                    <a:pt x="67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67" y="40"/>
                    <a:pt x="67" y="40"/>
                    <a:pt x="67" y="40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0" y="41"/>
                    <a:pt x="60" y="41"/>
                    <a:pt x="60" y="41"/>
                  </a:cubicBezTo>
                  <a:lnTo>
                    <a:pt x="60" y="42"/>
                  </a:ln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67" y="39"/>
                    <a:pt x="67" y="39"/>
                    <a:pt x="67" y="39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1" y="39"/>
                    <a:pt x="71" y="39"/>
                    <a:pt x="71" y="39"/>
                  </a:cubicBezTo>
                  <a:close/>
                  <a:moveTo>
                    <a:pt x="71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0"/>
                    <a:pt x="71" y="40"/>
                    <a:pt x="71" y="40"/>
                  </a:cubicBez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1" y="41"/>
                    <a:pt x="71" y="41"/>
                    <a:pt x="71" y="41"/>
                  </a:cubicBez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1" y="38"/>
                    <a:pt x="71" y="38"/>
                    <a:pt x="71" y="38"/>
                  </a:cubicBezTo>
                  <a:lnTo>
                    <a:pt x="71" y="39"/>
                  </a:ln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5"/>
                    <a:pt x="67" y="45"/>
                    <a:pt x="67" y="45"/>
                  </a:cubicBezTo>
                  <a:close/>
                  <a:moveTo>
                    <a:pt x="74" y="37"/>
                  </a:moveTo>
                  <a:cubicBezTo>
                    <a:pt x="74" y="37"/>
                    <a:pt x="74" y="37"/>
                    <a:pt x="74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4" y="37"/>
                    <a:pt x="74" y="37"/>
                    <a:pt x="74" y="37"/>
                  </a:cubicBezTo>
                  <a:close/>
                  <a:moveTo>
                    <a:pt x="67" y="44"/>
                  </a:moveTo>
                  <a:cubicBezTo>
                    <a:pt x="67" y="44"/>
                    <a:pt x="67" y="44"/>
                    <a:pt x="67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67" y="44"/>
                    <a:pt x="67" y="44"/>
                    <a:pt x="67" y="44"/>
                  </a:cubicBezTo>
                  <a:close/>
                  <a:moveTo>
                    <a:pt x="67" y="39"/>
                  </a:moveTo>
                  <a:cubicBezTo>
                    <a:pt x="67" y="39"/>
                    <a:pt x="67" y="39"/>
                    <a:pt x="67" y="39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67" y="38"/>
                    <a:pt x="67" y="38"/>
                    <a:pt x="67" y="38"/>
                  </a:cubicBezTo>
                  <a:lnTo>
                    <a:pt x="67" y="39"/>
                  </a:lnTo>
                  <a:close/>
                  <a:moveTo>
                    <a:pt x="60" y="46"/>
                  </a:moveTo>
                  <a:cubicBezTo>
                    <a:pt x="60" y="46"/>
                    <a:pt x="60" y="46"/>
                    <a:pt x="60" y="46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0" y="45"/>
                    <a:pt x="60" y="45"/>
                    <a:pt x="60" y="45"/>
                  </a:cubicBezTo>
                  <a:lnTo>
                    <a:pt x="60" y="46"/>
                  </a:lnTo>
                  <a:close/>
                  <a:moveTo>
                    <a:pt x="60" y="45"/>
                  </a:moveTo>
                  <a:cubicBezTo>
                    <a:pt x="60" y="45"/>
                    <a:pt x="60" y="45"/>
                    <a:pt x="60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0" y="44"/>
                    <a:pt x="60" y="44"/>
                    <a:pt x="60" y="44"/>
                  </a:cubicBezTo>
                  <a:lnTo>
                    <a:pt x="60" y="45"/>
                  </a:lnTo>
                  <a:close/>
                  <a:moveTo>
                    <a:pt x="67" y="38"/>
                  </a:moveTo>
                  <a:cubicBezTo>
                    <a:pt x="67" y="38"/>
                    <a:pt x="67" y="38"/>
                    <a:pt x="67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lose/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39"/>
                    <a:pt x="64" y="39"/>
                    <a:pt x="64" y="39"/>
                  </a:cubicBezTo>
                  <a:close/>
                  <a:moveTo>
                    <a:pt x="60" y="42"/>
                  </a:moveTo>
                  <a:cubicBezTo>
                    <a:pt x="60" y="42"/>
                    <a:pt x="60" y="42"/>
                    <a:pt x="60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60" y="42"/>
                    <a:pt x="60" y="42"/>
                    <a:pt x="60" y="42"/>
                  </a:cubicBezTo>
                  <a:close/>
                  <a:moveTo>
                    <a:pt x="60" y="44"/>
                  </a:moveTo>
                  <a:cubicBezTo>
                    <a:pt x="60" y="44"/>
                    <a:pt x="60" y="44"/>
                    <a:pt x="60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4"/>
                    <a:pt x="60" y="44"/>
                    <a:pt x="60" y="44"/>
                  </a:cubicBezTo>
                  <a:close/>
                  <a:moveTo>
                    <a:pt x="60" y="43"/>
                  </a:moveTo>
                  <a:cubicBezTo>
                    <a:pt x="60" y="43"/>
                    <a:pt x="60" y="43"/>
                    <a:pt x="60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0" y="43"/>
                    <a:pt x="60" y="43"/>
                    <a:pt x="60" y="43"/>
                  </a:cubicBezTo>
                  <a:close/>
                  <a:moveTo>
                    <a:pt x="64" y="43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3"/>
                    <a:pt x="64" y="43"/>
                    <a:pt x="64" y="43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4" y="45"/>
                    <a:pt x="64" y="45"/>
                    <a:pt x="64" y="45"/>
                  </a:cubicBezTo>
                  <a:close/>
                  <a:moveTo>
                    <a:pt x="64" y="4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5"/>
                  </a:moveTo>
                  <a:cubicBezTo>
                    <a:pt x="64" y="45"/>
                    <a:pt x="64" y="45"/>
                    <a:pt x="64" y="45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5"/>
                  </a:lnTo>
                  <a:close/>
                  <a:moveTo>
                    <a:pt x="64" y="44"/>
                  </a:moveTo>
                  <a:cubicBezTo>
                    <a:pt x="64" y="44"/>
                    <a:pt x="64" y="44"/>
                    <a:pt x="64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4" y="43"/>
                    <a:pt x="64" y="43"/>
                    <a:pt x="64" y="43"/>
                  </a:cubicBezTo>
                  <a:lnTo>
                    <a:pt x="64" y="44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4" y="40"/>
                    <a:pt x="64" y="40"/>
                    <a:pt x="64" y="40"/>
                  </a:cubicBezTo>
                  <a:lnTo>
                    <a:pt x="64" y="41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2"/>
                  </a:lnTo>
                  <a:close/>
                  <a:moveTo>
                    <a:pt x="64" y="42"/>
                  </a:moveTo>
                  <a:cubicBezTo>
                    <a:pt x="64" y="42"/>
                    <a:pt x="64" y="42"/>
                    <a:pt x="64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193" y="4158"/>
              <a:ext cx="482" cy="141"/>
            </a:xfrm>
            <a:custGeom>
              <a:avLst/>
              <a:gdLst>
                <a:gd name="T0" fmla="*/ 0 w 186"/>
                <a:gd name="T1" fmla="*/ 53 h 53"/>
                <a:gd name="T2" fmla="*/ 81 w 186"/>
                <a:gd name="T3" fmla="*/ 11 h 53"/>
                <a:gd name="T4" fmla="*/ 155 w 186"/>
                <a:gd name="T5" fmla="*/ 31 h 53"/>
                <a:gd name="T6" fmla="*/ 76 w 186"/>
                <a:gd name="T7" fmla="*/ 4 h 53"/>
                <a:gd name="T8" fmla="*/ 96 w 186"/>
                <a:gd name="T9" fmla="*/ 49 h 53"/>
                <a:gd name="T10" fmla="*/ 95 w 186"/>
                <a:gd name="T11" fmla="*/ 52 h 53"/>
                <a:gd name="T12" fmla="*/ 154 w 186"/>
                <a:gd name="T13" fmla="*/ 15 h 53"/>
                <a:gd name="T14" fmla="*/ 99 w 186"/>
                <a:gd name="T15" fmla="*/ 17 h 53"/>
                <a:gd name="T16" fmla="*/ 18 w 186"/>
                <a:gd name="T17" fmla="*/ 19 h 53"/>
                <a:gd name="T18" fmla="*/ 15 w 186"/>
                <a:gd name="T19" fmla="*/ 21 h 53"/>
                <a:gd name="T20" fmla="*/ 19 w 186"/>
                <a:gd name="T21" fmla="*/ 20 h 53"/>
                <a:gd name="T22" fmla="*/ 23 w 186"/>
                <a:gd name="T23" fmla="*/ 32 h 53"/>
                <a:gd name="T24" fmla="*/ 25 w 186"/>
                <a:gd name="T25" fmla="*/ 32 h 53"/>
                <a:gd name="T26" fmla="*/ 29 w 186"/>
                <a:gd name="T27" fmla="*/ 17 h 53"/>
                <a:gd name="T28" fmla="*/ 49 w 186"/>
                <a:gd name="T29" fmla="*/ 18 h 53"/>
                <a:gd name="T30" fmla="*/ 59 w 186"/>
                <a:gd name="T31" fmla="*/ 4 h 53"/>
                <a:gd name="T32" fmla="*/ 31 w 186"/>
                <a:gd name="T33" fmla="*/ 2 h 53"/>
                <a:gd name="T34" fmla="*/ 22 w 186"/>
                <a:gd name="T35" fmla="*/ 5 h 53"/>
                <a:gd name="T36" fmla="*/ 67 w 186"/>
                <a:gd name="T37" fmla="*/ 31 h 53"/>
                <a:gd name="T38" fmla="*/ 75 w 186"/>
                <a:gd name="T39" fmla="*/ 31 h 53"/>
                <a:gd name="T40" fmla="*/ 78 w 186"/>
                <a:gd name="T41" fmla="*/ 29 h 53"/>
                <a:gd name="T42" fmla="*/ 83 w 186"/>
                <a:gd name="T43" fmla="*/ 26 h 53"/>
                <a:gd name="T44" fmla="*/ 93 w 186"/>
                <a:gd name="T45" fmla="*/ 19 h 53"/>
                <a:gd name="T46" fmla="*/ 103 w 186"/>
                <a:gd name="T47" fmla="*/ 17 h 53"/>
                <a:gd name="T48" fmla="*/ 107 w 186"/>
                <a:gd name="T49" fmla="*/ 21 h 53"/>
                <a:gd name="T50" fmla="*/ 117 w 186"/>
                <a:gd name="T51" fmla="*/ 21 h 53"/>
                <a:gd name="T52" fmla="*/ 20 w 186"/>
                <a:gd name="T53" fmla="*/ 35 h 53"/>
                <a:gd name="T54" fmla="*/ 28 w 186"/>
                <a:gd name="T55" fmla="*/ 41 h 53"/>
                <a:gd name="T56" fmla="*/ 31 w 186"/>
                <a:gd name="T57" fmla="*/ 41 h 53"/>
                <a:gd name="T58" fmla="*/ 33 w 186"/>
                <a:gd name="T59" fmla="*/ 35 h 53"/>
                <a:gd name="T60" fmla="*/ 36 w 186"/>
                <a:gd name="T61" fmla="*/ 47 h 53"/>
                <a:gd name="T62" fmla="*/ 40 w 186"/>
                <a:gd name="T63" fmla="*/ 47 h 53"/>
                <a:gd name="T64" fmla="*/ 41 w 186"/>
                <a:gd name="T65" fmla="*/ 41 h 53"/>
                <a:gd name="T66" fmla="*/ 43 w 186"/>
                <a:gd name="T67" fmla="*/ 48 h 53"/>
                <a:gd name="T68" fmla="*/ 46 w 186"/>
                <a:gd name="T69" fmla="*/ 48 h 53"/>
                <a:gd name="T70" fmla="*/ 49 w 186"/>
                <a:gd name="T71" fmla="*/ 48 h 53"/>
                <a:gd name="T72" fmla="*/ 52 w 186"/>
                <a:gd name="T73" fmla="*/ 41 h 53"/>
                <a:gd name="T74" fmla="*/ 55 w 186"/>
                <a:gd name="T75" fmla="*/ 48 h 53"/>
                <a:gd name="T76" fmla="*/ 57 w 186"/>
                <a:gd name="T77" fmla="*/ 41 h 53"/>
                <a:gd name="T78" fmla="*/ 61 w 186"/>
                <a:gd name="T79" fmla="*/ 48 h 53"/>
                <a:gd name="T80" fmla="*/ 64 w 186"/>
                <a:gd name="T81" fmla="*/ 41 h 53"/>
                <a:gd name="T82" fmla="*/ 71 w 186"/>
                <a:gd name="T83" fmla="*/ 41 h 53"/>
                <a:gd name="T84" fmla="*/ 77 w 186"/>
                <a:gd name="T85" fmla="*/ 33 h 53"/>
                <a:gd name="T86" fmla="*/ 84 w 186"/>
                <a:gd name="T87" fmla="*/ 48 h 53"/>
                <a:gd name="T88" fmla="*/ 89 w 186"/>
                <a:gd name="T89" fmla="*/ 33 h 53"/>
                <a:gd name="T90" fmla="*/ 99 w 186"/>
                <a:gd name="T91" fmla="*/ 41 h 53"/>
                <a:gd name="T92" fmla="*/ 105 w 186"/>
                <a:gd name="T93" fmla="*/ 34 h 53"/>
                <a:gd name="T94" fmla="*/ 112 w 186"/>
                <a:gd name="T95" fmla="*/ 48 h 53"/>
                <a:gd name="T96" fmla="*/ 114 w 186"/>
                <a:gd name="T97" fmla="*/ 48 h 53"/>
                <a:gd name="T98" fmla="*/ 117 w 186"/>
                <a:gd name="T99" fmla="*/ 34 h 53"/>
                <a:gd name="T100" fmla="*/ 143 w 186"/>
                <a:gd name="T101" fmla="*/ 18 h 53"/>
                <a:gd name="T102" fmla="*/ 141 w 186"/>
                <a:gd name="T103" fmla="*/ 17 h 53"/>
                <a:gd name="T104" fmla="*/ 134 w 186"/>
                <a:gd name="T105" fmla="*/ 33 h 53"/>
                <a:gd name="T106" fmla="*/ 127 w 186"/>
                <a:gd name="T107" fmla="*/ 32 h 53"/>
                <a:gd name="T108" fmla="*/ 123 w 186"/>
                <a:gd name="T109" fmla="*/ 22 h 53"/>
                <a:gd name="T110" fmla="*/ 120 w 186"/>
                <a:gd name="T111" fmla="*/ 18 h 53"/>
                <a:gd name="T112" fmla="*/ 122 w 186"/>
                <a:gd name="T113" fmla="*/ 41 h 53"/>
                <a:gd name="T114" fmla="*/ 125 w 186"/>
                <a:gd name="T115" fmla="*/ 33 h 53"/>
                <a:gd name="T116" fmla="*/ 155 w 186"/>
                <a:gd name="T117" fmla="*/ 49 h 53"/>
                <a:gd name="T118" fmla="*/ 162 w 186"/>
                <a:gd name="T119" fmla="*/ 40 h 53"/>
                <a:gd name="T120" fmla="*/ 162 w 186"/>
                <a:gd name="T121" fmla="*/ 40 h 53"/>
                <a:gd name="T122" fmla="*/ 177 w 186"/>
                <a:gd name="T123" fmla="*/ 49 h 53"/>
                <a:gd name="T124" fmla="*/ 181 w 186"/>
                <a:gd name="T125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53">
                  <a:moveTo>
                    <a:pt x="3" y="53"/>
                  </a:move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3" y="52"/>
                    <a:pt x="3" y="52"/>
                    <a:pt x="3" y="52"/>
                  </a:cubicBezTo>
                  <a:lnTo>
                    <a:pt x="3" y="53"/>
                  </a:lnTo>
                  <a:close/>
                  <a:moveTo>
                    <a:pt x="4" y="50"/>
                  </a:move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1"/>
                    <a:pt x="3" y="51"/>
                    <a:pt x="3" y="51"/>
                  </a:cubicBezTo>
                  <a:lnTo>
                    <a:pt x="4" y="50"/>
                  </a:ln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0"/>
                    <a:pt x="2" y="50"/>
                    <a:pt x="2" y="50"/>
                  </a:cubicBezTo>
                  <a:lnTo>
                    <a:pt x="3" y="50"/>
                  </a:lnTo>
                  <a:close/>
                  <a:moveTo>
                    <a:pt x="5" y="49"/>
                  </a:moveTo>
                  <a:cubicBezTo>
                    <a:pt x="5" y="49"/>
                    <a:pt x="5" y="49"/>
                    <a:pt x="5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6" y="49"/>
                    <a:pt x="5" y="49"/>
                    <a:pt x="5" y="49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49"/>
                  </a:lnTo>
                  <a:close/>
                  <a:moveTo>
                    <a:pt x="10" y="47"/>
                  </a:moveTo>
                  <a:cubicBezTo>
                    <a:pt x="10" y="47"/>
                    <a:pt x="10" y="47"/>
                    <a:pt x="10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10" y="47"/>
                  </a:ln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0" y="53"/>
                    <a:pt x="0" y="53"/>
                    <a:pt x="0" y="53"/>
                  </a:cubicBezTo>
                  <a:close/>
                  <a:moveTo>
                    <a:pt x="5" y="52"/>
                  </a:moveTo>
                  <a:cubicBezTo>
                    <a:pt x="5" y="52"/>
                    <a:pt x="5" y="52"/>
                    <a:pt x="5" y="52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5" y="51"/>
                    <a:pt x="5" y="51"/>
                    <a:pt x="5" y="51"/>
                  </a:cubicBezTo>
                  <a:lnTo>
                    <a:pt x="5" y="52"/>
                  </a:lnTo>
                  <a:close/>
                  <a:moveTo>
                    <a:pt x="76" y="7"/>
                  </a:moveTo>
                  <a:cubicBezTo>
                    <a:pt x="76" y="7"/>
                    <a:pt x="76" y="7"/>
                    <a:pt x="76" y="7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9" y="9"/>
                    <a:pt x="78" y="8"/>
                    <a:pt x="77" y="8"/>
                  </a:cubicBezTo>
                  <a:cubicBezTo>
                    <a:pt x="76" y="7"/>
                    <a:pt x="76" y="7"/>
                    <a:pt x="76" y="7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lnTo>
                    <a:pt x="99" y="13"/>
                  </a:lnTo>
                  <a:close/>
                  <a:moveTo>
                    <a:pt x="10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8" y="48"/>
                    <a:pt x="8" y="48"/>
                    <a:pt x="8" y="48"/>
                  </a:cubicBezTo>
                  <a:lnTo>
                    <a:pt x="10" y="48"/>
                  </a:lnTo>
                  <a:close/>
                  <a:moveTo>
                    <a:pt x="87" y="12"/>
                  </a:move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5" y="11"/>
                    <a:pt x="84" y="11"/>
                  </a:cubicBezTo>
                  <a:cubicBezTo>
                    <a:pt x="83" y="11"/>
                    <a:pt x="81" y="10"/>
                    <a:pt x="81" y="10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2" y="12"/>
                    <a:pt x="83" y="12"/>
                  </a:cubicBezTo>
                  <a:cubicBezTo>
                    <a:pt x="85" y="13"/>
                    <a:pt x="87" y="13"/>
                    <a:pt x="87" y="13"/>
                  </a:cubicBezTo>
                  <a:lnTo>
                    <a:pt x="87" y="12"/>
                  </a:lnTo>
                  <a:close/>
                  <a:moveTo>
                    <a:pt x="92" y="13"/>
                  </a:moveTo>
                  <a:cubicBezTo>
                    <a:pt x="92" y="13"/>
                    <a:pt x="92" y="13"/>
                    <a:pt x="92" y="13"/>
                  </a:cubicBezTo>
                  <a:cubicBezTo>
                    <a:pt x="91" y="12"/>
                    <a:pt x="88" y="12"/>
                    <a:pt x="88" y="12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3"/>
                    <a:pt x="93" y="13"/>
                    <a:pt x="92" y="13"/>
                  </a:cubicBezTo>
                  <a:close/>
                  <a:moveTo>
                    <a:pt x="11" y="50"/>
                  </a:moveTo>
                  <a:cubicBezTo>
                    <a:pt x="11" y="50"/>
                    <a:pt x="11" y="50"/>
                    <a:pt x="11" y="50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11" y="50"/>
                    <a:pt x="11" y="50"/>
                  </a:cubicBez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6" y="32"/>
                    <a:pt x="155" y="32"/>
                    <a:pt x="155" y="32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31"/>
                    <a:pt x="155" y="31"/>
                    <a:pt x="155" y="31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39"/>
                  </a:cubicBezTo>
                  <a:cubicBezTo>
                    <a:pt x="154" y="37"/>
                    <a:pt x="154" y="32"/>
                    <a:pt x="154" y="32"/>
                  </a:cubicBezTo>
                  <a:cubicBezTo>
                    <a:pt x="154" y="32"/>
                    <a:pt x="151" y="32"/>
                    <a:pt x="148" y="31"/>
                  </a:cubicBezTo>
                  <a:cubicBezTo>
                    <a:pt x="145" y="31"/>
                    <a:pt x="143" y="31"/>
                    <a:pt x="143" y="31"/>
                  </a:cubicBezTo>
                  <a:cubicBezTo>
                    <a:pt x="143" y="31"/>
                    <a:pt x="143" y="38"/>
                    <a:pt x="143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10"/>
                    <a:pt x="167" y="10"/>
                    <a:pt x="165" y="10"/>
                  </a:cubicBezTo>
                  <a:cubicBezTo>
                    <a:pt x="163" y="10"/>
                    <a:pt x="159" y="10"/>
                    <a:pt x="159" y="10"/>
                  </a:cubicBezTo>
                  <a:cubicBezTo>
                    <a:pt x="159" y="10"/>
                    <a:pt x="159" y="10"/>
                    <a:pt x="159" y="10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8" y="13"/>
                    <a:pt x="158" y="13"/>
                    <a:pt x="156" y="14"/>
                  </a:cubicBezTo>
                  <a:cubicBezTo>
                    <a:pt x="154" y="14"/>
                    <a:pt x="154" y="15"/>
                    <a:pt x="154" y="15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53" y="22"/>
                    <a:pt x="153" y="21"/>
                    <a:pt x="153" y="21"/>
                  </a:cubicBezTo>
                  <a:cubicBezTo>
                    <a:pt x="153" y="20"/>
                    <a:pt x="152" y="20"/>
                    <a:pt x="150" y="20"/>
                  </a:cubicBezTo>
                  <a:cubicBezTo>
                    <a:pt x="150" y="19"/>
                    <a:pt x="149" y="19"/>
                    <a:pt x="149" y="19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48" y="13"/>
                    <a:pt x="129" y="13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13"/>
                    <a:pt x="89" y="11"/>
                    <a:pt x="85" y="10"/>
                  </a:cubicBezTo>
                  <a:cubicBezTo>
                    <a:pt x="82" y="9"/>
                    <a:pt x="78" y="7"/>
                    <a:pt x="77" y="6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119" y="33"/>
                    <a:pt x="119" y="33"/>
                    <a:pt x="119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109" y="48"/>
                    <a:pt x="109" y="48"/>
                    <a:pt x="109" y="48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123" y="51"/>
                    <a:pt x="123" y="51"/>
                    <a:pt x="123" y="51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6" y="49"/>
                    <a:pt x="186" y="49"/>
                    <a:pt x="186" y="49"/>
                  </a:cubicBezTo>
                  <a:lnTo>
                    <a:pt x="181" y="49"/>
                  </a:lnTo>
                  <a:close/>
                  <a:moveTo>
                    <a:pt x="181" y="32"/>
                  </a:moveTo>
                  <a:cubicBezTo>
                    <a:pt x="181" y="32"/>
                    <a:pt x="181" y="32"/>
                    <a:pt x="181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32"/>
                  </a:lnTo>
                  <a:close/>
                  <a:moveTo>
                    <a:pt x="160" y="10"/>
                  </a:moveTo>
                  <a:cubicBezTo>
                    <a:pt x="160" y="10"/>
                    <a:pt x="160" y="10"/>
                    <a:pt x="160" y="10"/>
                  </a:cubicBezTo>
                  <a:cubicBezTo>
                    <a:pt x="160" y="10"/>
                    <a:pt x="161" y="10"/>
                    <a:pt x="163" y="10"/>
                  </a:cubicBezTo>
                  <a:cubicBezTo>
                    <a:pt x="165" y="10"/>
                    <a:pt x="170" y="11"/>
                    <a:pt x="170" y="11"/>
                  </a:cubicBezTo>
                  <a:cubicBezTo>
                    <a:pt x="170" y="11"/>
                    <a:pt x="166" y="11"/>
                    <a:pt x="164" y="11"/>
                  </a:cubicBezTo>
                  <a:cubicBezTo>
                    <a:pt x="162" y="11"/>
                    <a:pt x="160" y="10"/>
                    <a:pt x="160" y="10"/>
                  </a:cubicBezTo>
                  <a:cubicBezTo>
                    <a:pt x="160" y="13"/>
                    <a:pt x="160" y="13"/>
                    <a:pt x="160" y="13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0"/>
                    <a:pt x="159" y="10"/>
                    <a:pt x="159" y="10"/>
                  </a:cubicBezTo>
                  <a:lnTo>
                    <a:pt x="160" y="10"/>
                  </a:lnTo>
                  <a:close/>
                  <a:moveTo>
                    <a:pt x="159" y="13"/>
                  </a:moveTo>
                  <a:cubicBezTo>
                    <a:pt x="159" y="13"/>
                    <a:pt x="159" y="13"/>
                    <a:pt x="159" y="13"/>
                  </a:cubicBezTo>
                  <a:cubicBezTo>
                    <a:pt x="164" y="12"/>
                    <a:pt x="170" y="11"/>
                    <a:pt x="170" y="11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69" y="11"/>
                    <a:pt x="169" y="11"/>
                    <a:pt x="169" y="11"/>
                  </a:cubicBezTo>
                  <a:cubicBezTo>
                    <a:pt x="169" y="11"/>
                    <a:pt x="162" y="13"/>
                    <a:pt x="159" y="14"/>
                  </a:cubicBezTo>
                  <a:cubicBezTo>
                    <a:pt x="156" y="15"/>
                    <a:pt x="155" y="16"/>
                    <a:pt x="155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4"/>
                    <a:pt x="159" y="13"/>
                  </a:cubicBezTo>
                  <a:close/>
                  <a:moveTo>
                    <a:pt x="114" y="20"/>
                  </a:moveTo>
                  <a:cubicBezTo>
                    <a:pt x="114" y="20"/>
                    <a:pt x="114" y="20"/>
                    <a:pt x="114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1"/>
                    <a:pt x="115" y="21"/>
                    <a:pt x="115" y="21"/>
                  </a:cubicBezTo>
                  <a:cubicBezTo>
                    <a:pt x="114" y="21"/>
                    <a:pt x="114" y="21"/>
                    <a:pt x="114" y="21"/>
                  </a:cubicBezTo>
                  <a:lnTo>
                    <a:pt x="114" y="20"/>
                  </a:lnTo>
                  <a:close/>
                  <a:moveTo>
                    <a:pt x="112" y="17"/>
                  </a:moveTo>
                  <a:cubicBezTo>
                    <a:pt x="112" y="17"/>
                    <a:pt x="112" y="17"/>
                    <a:pt x="112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2" y="19"/>
                    <a:pt x="112" y="19"/>
                    <a:pt x="112" y="19"/>
                  </a:cubicBezTo>
                  <a:lnTo>
                    <a:pt x="112" y="17"/>
                  </a:lnTo>
                  <a:close/>
                  <a:moveTo>
                    <a:pt x="111" y="22"/>
                  </a:moveTo>
                  <a:cubicBezTo>
                    <a:pt x="111" y="22"/>
                    <a:pt x="111" y="22"/>
                    <a:pt x="111" y="22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2"/>
                  </a:lnTo>
                  <a:close/>
                  <a:moveTo>
                    <a:pt x="109" y="19"/>
                  </a:moveTo>
                  <a:cubicBezTo>
                    <a:pt x="109" y="19"/>
                    <a:pt x="109" y="19"/>
                    <a:pt x="109" y="19"/>
                  </a:cubicBezTo>
                  <a:cubicBezTo>
                    <a:pt x="111" y="19"/>
                    <a:pt x="111" y="19"/>
                    <a:pt x="111" y="19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09" y="21"/>
                    <a:pt x="109" y="21"/>
                    <a:pt x="109" y="21"/>
                  </a:cubicBezTo>
                  <a:lnTo>
                    <a:pt x="109" y="19"/>
                  </a:lnTo>
                  <a:close/>
                  <a:moveTo>
                    <a:pt x="98" y="13"/>
                  </a:moveTo>
                  <a:cubicBezTo>
                    <a:pt x="98" y="13"/>
                    <a:pt x="98" y="13"/>
                    <a:pt x="98" y="13"/>
                  </a:cubicBezTo>
                  <a:cubicBezTo>
                    <a:pt x="100" y="13"/>
                    <a:pt x="103" y="13"/>
                    <a:pt x="105" y="13"/>
                  </a:cubicBezTo>
                  <a:cubicBezTo>
                    <a:pt x="103" y="13"/>
                    <a:pt x="101" y="13"/>
                    <a:pt x="98" y="13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17"/>
                    <a:pt x="97" y="17"/>
                    <a:pt x="97" y="17"/>
                  </a:cubicBezTo>
                  <a:lnTo>
                    <a:pt x="99" y="17"/>
                  </a:lnTo>
                  <a:close/>
                  <a:moveTo>
                    <a:pt x="88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91" y="12"/>
                    <a:pt x="94" y="12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4" y="13"/>
                    <a:pt x="90" y="13"/>
                    <a:pt x="88" y="13"/>
                  </a:cubicBezTo>
                  <a:lnTo>
                    <a:pt x="88" y="12"/>
                  </a:lnTo>
                  <a:close/>
                  <a:moveTo>
                    <a:pt x="80" y="9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82" y="10"/>
                    <a:pt x="83" y="11"/>
                    <a:pt x="85" y="11"/>
                  </a:cubicBezTo>
                  <a:cubicBezTo>
                    <a:pt x="85" y="11"/>
                    <a:pt x="86" y="12"/>
                    <a:pt x="87" y="12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80" y="13"/>
                    <a:pt x="80" y="13"/>
                    <a:pt x="80" y="13"/>
                  </a:cubicBezTo>
                  <a:lnTo>
                    <a:pt x="80" y="9"/>
                  </a:lnTo>
                  <a:close/>
                  <a:moveTo>
                    <a:pt x="86" y="25"/>
                  </a:move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25"/>
                    <a:pt x="85" y="25"/>
                    <a:pt x="85" y="25"/>
                  </a:cubicBezTo>
                  <a:lnTo>
                    <a:pt x="86" y="25"/>
                  </a:ln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lnTo>
                    <a:pt x="18" y="8"/>
                  </a:lnTo>
                  <a:close/>
                  <a:moveTo>
                    <a:pt x="18" y="20"/>
                  </a:moveTo>
                  <a:cubicBezTo>
                    <a:pt x="18" y="20"/>
                    <a:pt x="18" y="20"/>
                    <a:pt x="18" y="20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20"/>
                    <a:pt x="18" y="20"/>
                    <a:pt x="18" y="20"/>
                  </a:cubicBezTo>
                  <a:close/>
                  <a:moveTo>
                    <a:pt x="18" y="21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21"/>
                    <a:pt x="16" y="21"/>
                    <a:pt x="16" y="21"/>
                  </a:cubicBezTo>
                  <a:lnTo>
                    <a:pt x="18" y="21"/>
                  </a:lnTo>
                  <a:close/>
                  <a:moveTo>
                    <a:pt x="16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lnTo>
                    <a:pt x="16" y="21"/>
                  </a:lnTo>
                  <a:close/>
                  <a:moveTo>
                    <a:pt x="15" y="21"/>
                  </a:moveTo>
                  <a:cubicBezTo>
                    <a:pt x="15" y="21"/>
                    <a:pt x="15" y="21"/>
                    <a:pt x="15" y="2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14" y="12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lnTo>
                    <a:pt x="14" y="12"/>
                  </a:lnTo>
                  <a:close/>
                  <a:moveTo>
                    <a:pt x="19" y="33"/>
                  </a:moveTo>
                  <a:cubicBezTo>
                    <a:pt x="19" y="33"/>
                    <a:pt x="19" y="33"/>
                    <a:pt x="19" y="33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3"/>
                    <a:pt x="19" y="33"/>
                    <a:pt x="19" y="33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lose/>
                  <a:moveTo>
                    <a:pt x="19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32"/>
                    <a:pt x="19" y="32"/>
                    <a:pt x="19" y="32"/>
                  </a:cubicBezTo>
                  <a:close/>
                  <a:moveTo>
                    <a:pt x="20" y="33"/>
                  </a:move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lnTo>
                    <a:pt x="20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1" y="33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1" y="32"/>
                    <a:pt x="21" y="32"/>
                    <a:pt x="21" y="32"/>
                  </a:cubicBezTo>
                  <a:lnTo>
                    <a:pt x="21" y="33"/>
                  </a:lnTo>
                  <a:close/>
                  <a:moveTo>
                    <a:pt x="22" y="33"/>
                  </a:move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2" y="32"/>
                    <a:pt x="22" y="32"/>
                    <a:pt x="22" y="32"/>
                  </a:cubicBezTo>
                  <a:lnTo>
                    <a:pt x="22" y="33"/>
                  </a:ln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23" y="33"/>
                  </a:move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3" y="33"/>
                  </a:lnTo>
                  <a:close/>
                  <a:moveTo>
                    <a:pt x="23" y="32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2"/>
                    <a:pt x="23" y="32"/>
                    <a:pt x="23" y="32"/>
                  </a:cubicBezTo>
                  <a:close/>
                  <a:moveTo>
                    <a:pt x="25" y="33"/>
                  </a:move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2"/>
                    <a:pt x="26" y="32"/>
                  </a:cubicBezTo>
                  <a:lnTo>
                    <a:pt x="25" y="33"/>
                  </a:lnTo>
                  <a:close/>
                  <a:moveTo>
                    <a:pt x="24" y="32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32"/>
                    <a:pt x="24" y="32"/>
                    <a:pt x="24" y="32"/>
                  </a:cubicBezTo>
                  <a:close/>
                  <a:moveTo>
                    <a:pt x="25" y="32"/>
                  </a:moveTo>
                  <a:cubicBezTo>
                    <a:pt x="25" y="32"/>
                    <a:pt x="25" y="32"/>
                    <a:pt x="25" y="32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32"/>
                    <a:pt x="25" y="32"/>
                    <a:pt x="25" y="32"/>
                  </a:cubicBezTo>
                  <a:close/>
                  <a:moveTo>
                    <a:pt x="26" y="31"/>
                  </a:moveTo>
                  <a:cubicBezTo>
                    <a:pt x="26" y="31"/>
                    <a:pt x="26" y="31"/>
                    <a:pt x="26" y="31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31"/>
                    <a:pt x="26" y="31"/>
                    <a:pt x="26" y="31"/>
                  </a:cubicBezTo>
                  <a:close/>
                  <a:moveTo>
                    <a:pt x="28" y="31"/>
                  </a:moveTo>
                  <a:cubicBezTo>
                    <a:pt x="28" y="31"/>
                    <a:pt x="28" y="31"/>
                    <a:pt x="28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31"/>
                  </a:ln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8"/>
                    <a:pt x="30" y="18"/>
                    <a:pt x="30" y="18"/>
                  </a:cubicBezTo>
                  <a:lnTo>
                    <a:pt x="30" y="31"/>
                  </a:lnTo>
                  <a:close/>
                  <a:moveTo>
                    <a:pt x="37" y="30"/>
                  </a:moveTo>
                  <a:cubicBezTo>
                    <a:pt x="37" y="30"/>
                    <a:pt x="37" y="30"/>
                    <a:pt x="37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30"/>
                  </a:lnTo>
                  <a:close/>
                  <a:moveTo>
                    <a:pt x="39" y="31"/>
                  </a:moveTo>
                  <a:cubicBezTo>
                    <a:pt x="39" y="31"/>
                    <a:pt x="39" y="31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39" y="31"/>
                  </a:lnTo>
                  <a:close/>
                  <a:moveTo>
                    <a:pt x="42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2" y="18"/>
                    <a:pt x="42" y="18"/>
                    <a:pt x="42" y="18"/>
                  </a:cubicBezTo>
                  <a:lnTo>
                    <a:pt x="42" y="31"/>
                  </a:lnTo>
                  <a:close/>
                  <a:moveTo>
                    <a:pt x="48" y="31"/>
                  </a:moveTo>
                  <a:cubicBezTo>
                    <a:pt x="48" y="31"/>
                    <a:pt x="48" y="31"/>
                    <a:pt x="48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8" y="18"/>
                    <a:pt x="48" y="18"/>
                    <a:pt x="48" y="18"/>
                  </a:cubicBezTo>
                  <a:lnTo>
                    <a:pt x="48" y="31"/>
                  </a:lnTo>
                  <a:close/>
                  <a:moveTo>
                    <a:pt x="50" y="31"/>
                  </a:move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9"/>
                    <a:pt x="50" y="19"/>
                    <a:pt x="50" y="19"/>
                  </a:cubicBezTo>
                  <a:lnTo>
                    <a:pt x="50" y="31"/>
                  </a:lnTo>
                  <a:close/>
                  <a:moveTo>
                    <a:pt x="52" y="31"/>
                  </a:moveTo>
                  <a:cubicBezTo>
                    <a:pt x="52" y="31"/>
                    <a:pt x="52" y="31"/>
                    <a:pt x="52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2" y="19"/>
                    <a:pt x="52" y="19"/>
                    <a:pt x="52" y="19"/>
                  </a:cubicBezTo>
                  <a:lnTo>
                    <a:pt x="52" y="31"/>
                  </a:lnTo>
                  <a:close/>
                  <a:moveTo>
                    <a:pt x="57" y="31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7" y="19"/>
                    <a:pt x="57" y="19"/>
                    <a:pt x="57" y="19"/>
                  </a:cubicBezTo>
                  <a:lnTo>
                    <a:pt x="57" y="31"/>
                  </a:ln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9" y="19"/>
                    <a:pt x="59" y="19"/>
                    <a:pt x="59" y="19"/>
                  </a:cubicBezTo>
                  <a:lnTo>
                    <a:pt x="59" y="31"/>
                  </a:lnTo>
                  <a:close/>
                  <a:moveTo>
                    <a:pt x="63" y="31"/>
                  </a:moveTo>
                  <a:cubicBezTo>
                    <a:pt x="63" y="31"/>
                    <a:pt x="63" y="31"/>
                    <a:pt x="63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9"/>
                    <a:pt x="63" y="19"/>
                    <a:pt x="63" y="19"/>
                  </a:cubicBezTo>
                  <a:lnTo>
                    <a:pt x="63" y="31"/>
                  </a:lnTo>
                  <a:close/>
                  <a:moveTo>
                    <a:pt x="63" y="18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63" y="4"/>
                    <a:pt x="63" y="4"/>
                    <a:pt x="63" y="4"/>
                  </a:cubicBezTo>
                  <a:lnTo>
                    <a:pt x="63" y="18"/>
                  </a:lnTo>
                  <a:close/>
                  <a:moveTo>
                    <a:pt x="65" y="31"/>
                  </a:move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5" y="19"/>
                    <a:pt x="65" y="19"/>
                  </a:cubicBezTo>
                  <a:lnTo>
                    <a:pt x="65" y="31"/>
                  </a:lnTo>
                  <a:close/>
                  <a:moveTo>
                    <a:pt x="65" y="5"/>
                  </a:moveTo>
                  <a:cubicBezTo>
                    <a:pt x="65" y="5"/>
                    <a:pt x="65" y="5"/>
                    <a:pt x="65" y="5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6" y="4"/>
                    <a:pt x="66" y="4"/>
                    <a:pt x="66" y="4"/>
                  </a:cubicBezTo>
                  <a:lnTo>
                    <a:pt x="65" y="5"/>
                  </a:lnTo>
                  <a:close/>
                  <a:moveTo>
                    <a:pt x="67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7" y="19"/>
                    <a:pt x="67" y="19"/>
                    <a:pt x="67" y="19"/>
                  </a:cubicBezTo>
                  <a:lnTo>
                    <a:pt x="67" y="31"/>
                  </a:lnTo>
                  <a:close/>
                  <a:moveTo>
                    <a:pt x="71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1" y="19"/>
                    <a:pt x="71" y="19"/>
                    <a:pt x="71" y="19"/>
                  </a:cubicBezTo>
                  <a:lnTo>
                    <a:pt x="71" y="31"/>
                  </a:lnTo>
                  <a:close/>
                  <a:moveTo>
                    <a:pt x="71" y="5"/>
                  </a:moveTo>
                  <a:cubicBezTo>
                    <a:pt x="71" y="5"/>
                    <a:pt x="71" y="5"/>
                    <a:pt x="71" y="5"/>
                  </a:cubicBezTo>
                  <a:cubicBezTo>
                    <a:pt x="71" y="18"/>
                    <a:pt x="71" y="18"/>
                    <a:pt x="71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5"/>
                    <a:pt x="67" y="5"/>
                    <a:pt x="67" y="5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2" y="5"/>
                    <a:pt x="72" y="5"/>
                    <a:pt x="72" y="5"/>
                  </a:cubicBezTo>
                  <a:lnTo>
                    <a:pt x="71" y="5"/>
                  </a:lnTo>
                  <a:close/>
                  <a:moveTo>
                    <a:pt x="73" y="31"/>
                  </a:moveTo>
                  <a:cubicBezTo>
                    <a:pt x="73" y="31"/>
                    <a:pt x="73" y="31"/>
                    <a:pt x="73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lnTo>
                    <a:pt x="73" y="31"/>
                  </a:lnTo>
                  <a:close/>
                  <a:moveTo>
                    <a:pt x="73" y="5"/>
                  </a:moveTo>
                  <a:cubicBezTo>
                    <a:pt x="73" y="5"/>
                    <a:pt x="73" y="5"/>
                    <a:pt x="73" y="5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73" y="5"/>
                  </a:lnTo>
                  <a:close/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7"/>
                    <a:pt x="78" y="8"/>
                    <a:pt x="80" y="9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76" y="13"/>
                    <a:pt x="76" y="13"/>
                    <a:pt x="76" y="13"/>
                  </a:cubicBezTo>
                  <a:lnTo>
                    <a:pt x="75" y="31"/>
                  </a:lnTo>
                  <a:close/>
                  <a:moveTo>
                    <a:pt x="77" y="16"/>
                  </a:moveTo>
                  <a:cubicBezTo>
                    <a:pt x="77" y="16"/>
                    <a:pt x="77" y="16"/>
                    <a:pt x="77" y="16"/>
                  </a:cubicBezTo>
                  <a:cubicBezTo>
                    <a:pt x="77" y="17"/>
                    <a:pt x="77" y="17"/>
                    <a:pt x="77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6"/>
                    <a:pt x="76" y="16"/>
                    <a:pt x="76" y="16"/>
                  </a:cubicBezTo>
                  <a:lnTo>
                    <a:pt x="77" y="16"/>
                  </a:lnTo>
                  <a:close/>
                  <a:moveTo>
                    <a:pt x="76" y="25"/>
                  </a:moveTo>
                  <a:cubicBezTo>
                    <a:pt x="76" y="25"/>
                    <a:pt x="76" y="25"/>
                    <a:pt x="76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6" y="26"/>
                    <a:pt x="76" y="26"/>
                    <a:pt x="76" y="26"/>
                  </a:cubicBezTo>
                  <a:lnTo>
                    <a:pt x="76" y="25"/>
                  </a:lnTo>
                  <a:close/>
                  <a:moveTo>
                    <a:pt x="78" y="30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9"/>
                    <a:pt x="78" y="29"/>
                    <a:pt x="78" y="29"/>
                  </a:cubicBezTo>
                  <a:lnTo>
                    <a:pt x="78" y="30"/>
                  </a:lnTo>
                  <a:close/>
                  <a:moveTo>
                    <a:pt x="79" y="21"/>
                  </a:moveTo>
                  <a:cubicBezTo>
                    <a:pt x="79" y="21"/>
                    <a:pt x="79" y="21"/>
                    <a:pt x="79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9" y="23"/>
                    <a:pt x="79" y="23"/>
                    <a:pt x="79" y="23"/>
                  </a:cubicBezTo>
                  <a:lnTo>
                    <a:pt x="79" y="21"/>
                  </a:lnTo>
                  <a:close/>
                  <a:moveTo>
                    <a:pt x="81" y="31"/>
                  </a:moveTo>
                  <a:cubicBezTo>
                    <a:pt x="81" y="31"/>
                    <a:pt x="81" y="31"/>
                    <a:pt x="81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81" y="29"/>
                    <a:pt x="81" y="29"/>
                    <a:pt x="81" y="29"/>
                  </a:cubicBezTo>
                  <a:lnTo>
                    <a:pt x="81" y="31"/>
                  </a:ln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1" y="16"/>
                    <a:pt x="81" y="16"/>
                    <a:pt x="81" y="16"/>
                  </a:cubicBezTo>
                  <a:lnTo>
                    <a:pt x="81" y="18"/>
                  </a:lnTo>
                  <a:close/>
                  <a:moveTo>
                    <a:pt x="83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8"/>
                    <a:pt x="82" y="28"/>
                    <a:pt x="82" y="28"/>
                  </a:cubicBezTo>
                  <a:cubicBezTo>
                    <a:pt x="83" y="28"/>
                    <a:pt x="83" y="28"/>
                    <a:pt x="83" y="28"/>
                  </a:cubicBezTo>
                  <a:lnTo>
                    <a:pt x="83" y="30"/>
                  </a:lnTo>
                  <a:close/>
                  <a:moveTo>
                    <a:pt x="83" y="26"/>
                  </a:moveTo>
                  <a:cubicBezTo>
                    <a:pt x="83" y="26"/>
                    <a:pt x="83" y="26"/>
                    <a:pt x="83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3" y="24"/>
                    <a:pt x="83" y="24"/>
                    <a:pt x="83" y="24"/>
                  </a:cubicBezTo>
                  <a:lnTo>
                    <a:pt x="83" y="26"/>
                  </a:lnTo>
                  <a:close/>
                  <a:moveTo>
                    <a:pt x="86" y="31"/>
                  </a:moveTo>
                  <a:cubicBezTo>
                    <a:pt x="86" y="31"/>
                    <a:pt x="86" y="31"/>
                    <a:pt x="86" y="31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6" y="28"/>
                    <a:pt x="86" y="28"/>
                    <a:pt x="86" y="28"/>
                  </a:cubicBezTo>
                  <a:lnTo>
                    <a:pt x="86" y="31"/>
                  </a:lnTo>
                  <a:close/>
                  <a:moveTo>
                    <a:pt x="87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87" y="19"/>
                  </a:ln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lnTo>
                    <a:pt x="87" y="23"/>
                  </a:lnTo>
                  <a:close/>
                  <a:moveTo>
                    <a:pt x="90" y="30"/>
                  </a:move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90" y="28"/>
                    <a:pt x="90" y="28"/>
                    <a:pt x="90" y="28"/>
                  </a:cubicBezTo>
                  <a:lnTo>
                    <a:pt x="90" y="30"/>
                  </a:lnTo>
                  <a:close/>
                  <a:moveTo>
                    <a:pt x="91" y="25"/>
                  </a:moveTo>
                  <a:cubicBezTo>
                    <a:pt x="91" y="25"/>
                    <a:pt x="91" y="25"/>
                    <a:pt x="91" y="25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1" y="24"/>
                    <a:pt x="91" y="24"/>
                    <a:pt x="91" y="24"/>
                  </a:cubicBezTo>
                  <a:lnTo>
                    <a:pt x="91" y="25"/>
                  </a:lnTo>
                  <a:close/>
                  <a:moveTo>
                    <a:pt x="93" y="19"/>
                  </a:moveTo>
                  <a:cubicBezTo>
                    <a:pt x="93" y="19"/>
                    <a:pt x="93" y="19"/>
                    <a:pt x="93" y="19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3" y="18"/>
                    <a:pt x="93" y="18"/>
                    <a:pt x="93" y="18"/>
                  </a:cubicBezTo>
                  <a:lnTo>
                    <a:pt x="93" y="19"/>
                  </a:lnTo>
                  <a:close/>
                  <a:moveTo>
                    <a:pt x="97" y="31"/>
                  </a:moveTo>
                  <a:cubicBezTo>
                    <a:pt x="97" y="31"/>
                    <a:pt x="97" y="31"/>
                    <a:pt x="97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7" y="29"/>
                    <a:pt x="97" y="29"/>
                    <a:pt x="97" y="29"/>
                  </a:cubicBezTo>
                  <a:lnTo>
                    <a:pt x="97" y="31"/>
                  </a:lnTo>
                  <a:close/>
                  <a:moveTo>
                    <a:pt x="99" y="25"/>
                  </a:moveTo>
                  <a:cubicBezTo>
                    <a:pt x="99" y="25"/>
                    <a:pt x="99" y="25"/>
                    <a:pt x="99" y="25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4"/>
                    <a:pt x="98" y="24"/>
                    <a:pt x="98" y="24"/>
                  </a:cubicBezTo>
                  <a:cubicBezTo>
                    <a:pt x="99" y="24"/>
                    <a:pt x="99" y="24"/>
                    <a:pt x="99" y="24"/>
                  </a:cubicBezTo>
                  <a:lnTo>
                    <a:pt x="99" y="25"/>
                  </a:lnTo>
                  <a:close/>
                  <a:moveTo>
                    <a:pt x="100" y="19"/>
                  </a:moveTo>
                  <a:cubicBezTo>
                    <a:pt x="100" y="19"/>
                    <a:pt x="100" y="19"/>
                    <a:pt x="100" y="19"/>
                  </a:cubicBezTo>
                  <a:cubicBezTo>
                    <a:pt x="102" y="19"/>
                    <a:pt x="102" y="19"/>
                    <a:pt x="102" y="19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1"/>
                    <a:pt x="100" y="21"/>
                    <a:pt x="100" y="21"/>
                  </a:cubicBezTo>
                  <a:lnTo>
                    <a:pt x="100" y="19"/>
                  </a:lnTo>
                  <a:close/>
                  <a:moveTo>
                    <a:pt x="102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102" y="29"/>
                    <a:pt x="102" y="29"/>
                    <a:pt x="102" y="29"/>
                  </a:cubicBezTo>
                  <a:lnTo>
                    <a:pt x="102" y="31"/>
                  </a:lnTo>
                  <a:close/>
                  <a:moveTo>
                    <a:pt x="103" y="17"/>
                  </a:moveTo>
                  <a:cubicBezTo>
                    <a:pt x="103" y="17"/>
                    <a:pt x="103" y="17"/>
                    <a:pt x="103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3" y="18"/>
                    <a:pt x="103" y="18"/>
                    <a:pt x="103" y="18"/>
                  </a:cubicBezTo>
                  <a:lnTo>
                    <a:pt x="103" y="17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04" y="30"/>
                    <a:pt x="104" y="30"/>
                    <a:pt x="104" y="30"/>
                  </a:cubicBezTo>
                  <a:lnTo>
                    <a:pt x="104" y="31"/>
                  </a:lnTo>
                  <a:close/>
                  <a:moveTo>
                    <a:pt x="104" y="26"/>
                  </a:moveTo>
                  <a:cubicBezTo>
                    <a:pt x="104" y="26"/>
                    <a:pt x="104" y="26"/>
                    <a:pt x="104" y="26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lnTo>
                    <a:pt x="104" y="26"/>
                  </a:lnTo>
                  <a:close/>
                  <a:moveTo>
                    <a:pt x="104" y="18"/>
                  </a:moveTo>
                  <a:cubicBezTo>
                    <a:pt x="104" y="18"/>
                    <a:pt x="104" y="18"/>
                    <a:pt x="104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0"/>
                    <a:pt x="104" y="20"/>
                    <a:pt x="104" y="20"/>
                  </a:cubicBezTo>
                  <a:lnTo>
                    <a:pt x="104" y="18"/>
                  </a:lnTo>
                  <a:close/>
                  <a:moveTo>
                    <a:pt x="107" y="23"/>
                  </a:moveTo>
                  <a:cubicBezTo>
                    <a:pt x="107" y="23"/>
                    <a:pt x="107" y="23"/>
                    <a:pt x="107" y="23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lnTo>
                    <a:pt x="107" y="23"/>
                  </a:lnTo>
                  <a:close/>
                  <a:moveTo>
                    <a:pt x="108" y="21"/>
                  </a:moveTo>
                  <a:cubicBezTo>
                    <a:pt x="108" y="21"/>
                    <a:pt x="108" y="21"/>
                    <a:pt x="108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8" y="20"/>
                    <a:pt x="108" y="20"/>
                    <a:pt x="108" y="20"/>
                  </a:cubicBezTo>
                  <a:lnTo>
                    <a:pt x="108" y="21"/>
                  </a:lnTo>
                  <a:close/>
                  <a:moveTo>
                    <a:pt x="111" y="25"/>
                  </a:moveTo>
                  <a:cubicBezTo>
                    <a:pt x="111" y="25"/>
                    <a:pt x="111" y="25"/>
                    <a:pt x="111" y="25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1" y="23"/>
                    <a:pt x="111" y="23"/>
                    <a:pt x="111" y="23"/>
                  </a:cubicBezTo>
                  <a:lnTo>
                    <a:pt x="111" y="25"/>
                  </a:lnTo>
                  <a:close/>
                  <a:moveTo>
                    <a:pt x="112" y="27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7"/>
                  </a:lnTo>
                  <a:close/>
                  <a:moveTo>
                    <a:pt x="114" y="32"/>
                  </a:moveTo>
                  <a:cubicBezTo>
                    <a:pt x="114" y="32"/>
                    <a:pt x="114" y="32"/>
                    <a:pt x="114" y="32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0"/>
                    <a:pt x="114" y="30"/>
                    <a:pt x="114" y="30"/>
                  </a:cubicBezTo>
                  <a:lnTo>
                    <a:pt x="114" y="32"/>
                  </a:lnTo>
                  <a:close/>
                  <a:moveTo>
                    <a:pt x="116" y="25"/>
                  </a:moveTo>
                  <a:cubicBezTo>
                    <a:pt x="116" y="25"/>
                    <a:pt x="116" y="25"/>
                    <a:pt x="116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2"/>
                    <a:pt x="113" y="22"/>
                    <a:pt x="113" y="22"/>
                  </a:cubicBezTo>
                  <a:cubicBezTo>
                    <a:pt x="116" y="22"/>
                    <a:pt x="116" y="22"/>
                    <a:pt x="116" y="22"/>
                  </a:cubicBezTo>
                  <a:lnTo>
                    <a:pt x="116" y="25"/>
                  </a:lnTo>
                  <a:close/>
                  <a:moveTo>
                    <a:pt x="116" y="19"/>
                  </a:moveTo>
                  <a:cubicBezTo>
                    <a:pt x="116" y="19"/>
                    <a:pt x="116" y="19"/>
                    <a:pt x="116" y="19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6" y="21"/>
                    <a:pt x="116" y="21"/>
                    <a:pt x="116" y="21"/>
                  </a:cubicBezTo>
                  <a:lnTo>
                    <a:pt x="116" y="19"/>
                  </a:ln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7" y="24"/>
                    <a:pt x="117" y="24"/>
                    <a:pt x="117" y="24"/>
                  </a:cubicBezTo>
                  <a:lnTo>
                    <a:pt x="117" y="25"/>
                  </a:lnTo>
                  <a:close/>
                  <a:moveTo>
                    <a:pt x="85" y="33"/>
                  </a:moveTo>
                  <a:cubicBezTo>
                    <a:pt x="85" y="33"/>
                    <a:pt x="85" y="33"/>
                    <a:pt x="85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5" y="41"/>
                    <a:pt x="85" y="41"/>
                    <a:pt x="85" y="41"/>
                  </a:cubicBezTo>
                  <a:lnTo>
                    <a:pt x="85" y="33"/>
                  </a:ln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34"/>
                  </a:lnTo>
                  <a:close/>
                  <a:moveTo>
                    <a:pt x="15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15" y="47"/>
                  </a:lnTo>
                  <a:close/>
                  <a:moveTo>
                    <a:pt x="20" y="46"/>
                  </a:moveTo>
                  <a:cubicBezTo>
                    <a:pt x="20" y="46"/>
                    <a:pt x="20" y="46"/>
                    <a:pt x="20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46"/>
                  </a:lnTo>
                  <a:close/>
                  <a:moveTo>
                    <a:pt x="25" y="46"/>
                  </a:moveTo>
                  <a:cubicBezTo>
                    <a:pt x="25" y="46"/>
                    <a:pt x="25" y="46"/>
                    <a:pt x="25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6"/>
                    <a:pt x="25" y="36"/>
                    <a:pt x="25" y="36"/>
                  </a:cubicBezTo>
                  <a:lnTo>
                    <a:pt x="25" y="46"/>
                  </a:lnTo>
                  <a:close/>
                  <a:moveTo>
                    <a:pt x="26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lnTo>
                    <a:pt x="26" y="46"/>
                  </a:lnTo>
                  <a:close/>
                  <a:moveTo>
                    <a:pt x="26" y="41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26" y="41"/>
                  </a:lnTo>
                  <a:close/>
                  <a:moveTo>
                    <a:pt x="28" y="47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lnTo>
                    <a:pt x="28" y="47"/>
                  </a:lnTo>
                  <a:close/>
                  <a:moveTo>
                    <a:pt x="28" y="41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41"/>
                  </a:lnTo>
                  <a:close/>
                  <a:moveTo>
                    <a:pt x="29" y="47"/>
                  </a:moveTo>
                  <a:cubicBezTo>
                    <a:pt x="29" y="47"/>
                    <a:pt x="29" y="47"/>
                    <a:pt x="29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9" y="47"/>
                  </a:lnTo>
                  <a:close/>
                  <a:moveTo>
                    <a:pt x="29" y="41"/>
                  </a:moveTo>
                  <a:cubicBezTo>
                    <a:pt x="29" y="41"/>
                    <a:pt x="29" y="41"/>
                    <a:pt x="2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41"/>
                  </a:lnTo>
                  <a:close/>
                  <a:moveTo>
                    <a:pt x="30" y="47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lnTo>
                    <a:pt x="30" y="47"/>
                  </a:ln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lnTo>
                    <a:pt x="30" y="41"/>
                  </a:lnTo>
                  <a:close/>
                  <a:moveTo>
                    <a:pt x="32" y="47"/>
                  </a:move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2" y="41"/>
                    <a:pt x="32" y="41"/>
                  </a:cubicBezTo>
                  <a:lnTo>
                    <a:pt x="32" y="47"/>
                  </a:lnTo>
                  <a:close/>
                  <a:moveTo>
                    <a:pt x="32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32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3" y="47"/>
                  </a:move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lnTo>
                    <a:pt x="33" y="47"/>
                  </a:lnTo>
                  <a:close/>
                  <a:moveTo>
                    <a:pt x="33" y="41"/>
                  </a:moveTo>
                  <a:cubicBezTo>
                    <a:pt x="33" y="41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33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4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lnTo>
                    <a:pt x="34" y="47"/>
                  </a:lnTo>
                  <a:close/>
                  <a:moveTo>
                    <a:pt x="34" y="41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lnTo>
                    <a:pt x="34" y="41"/>
                  </a:lnTo>
                  <a:close/>
                  <a:moveTo>
                    <a:pt x="36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6" y="47"/>
                  </a:lnTo>
                  <a:close/>
                  <a:moveTo>
                    <a:pt x="36" y="41"/>
                  </a:move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lnTo>
                    <a:pt x="36" y="41"/>
                  </a:lnTo>
                  <a:close/>
                  <a:moveTo>
                    <a:pt x="37" y="47"/>
                  </a:move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7" y="47"/>
                  </a:lnTo>
                  <a:close/>
                  <a:moveTo>
                    <a:pt x="37" y="41"/>
                  </a:moveTo>
                  <a:cubicBezTo>
                    <a:pt x="37" y="41"/>
                    <a:pt x="37" y="41"/>
                    <a:pt x="37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lnTo>
                    <a:pt x="37" y="41"/>
                  </a:lnTo>
                  <a:close/>
                  <a:moveTo>
                    <a:pt x="38" y="47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lnTo>
                    <a:pt x="38" y="47"/>
                  </a:lnTo>
                  <a:close/>
                  <a:moveTo>
                    <a:pt x="38" y="41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5"/>
                    <a:pt x="38" y="35"/>
                    <a:pt x="38" y="35"/>
                  </a:cubicBezTo>
                  <a:lnTo>
                    <a:pt x="38" y="41"/>
                  </a:lnTo>
                  <a:close/>
                  <a:moveTo>
                    <a:pt x="40" y="47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lnTo>
                    <a:pt x="40" y="47"/>
                  </a:lnTo>
                  <a:close/>
                  <a:moveTo>
                    <a:pt x="40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0" y="35"/>
                    <a:pt x="40" y="35"/>
                    <a:pt x="40" y="35"/>
                  </a:cubicBezTo>
                  <a:lnTo>
                    <a:pt x="40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1" y="47"/>
                  </a:moveTo>
                  <a:cubicBezTo>
                    <a:pt x="41" y="47"/>
                    <a:pt x="41" y="47"/>
                    <a:pt x="41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47"/>
                  </a:lnTo>
                  <a:close/>
                  <a:moveTo>
                    <a:pt x="41" y="41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1" y="41"/>
                  </a:lnTo>
                  <a:close/>
                  <a:moveTo>
                    <a:pt x="42" y="47"/>
                  </a:moveTo>
                  <a:cubicBezTo>
                    <a:pt x="42" y="47"/>
                    <a:pt x="42" y="47"/>
                    <a:pt x="42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47"/>
                  </a:lnTo>
                  <a:close/>
                  <a:moveTo>
                    <a:pt x="42" y="41"/>
                  </a:moveTo>
                  <a:cubicBezTo>
                    <a:pt x="42" y="41"/>
                    <a:pt x="42" y="41"/>
                    <a:pt x="42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42" y="41"/>
                  </a:lnTo>
                  <a:close/>
                  <a:moveTo>
                    <a:pt x="43" y="48"/>
                  </a:moveTo>
                  <a:cubicBezTo>
                    <a:pt x="43" y="48"/>
                    <a:pt x="43" y="48"/>
                    <a:pt x="43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lnTo>
                    <a:pt x="43" y="48"/>
                  </a:lnTo>
                  <a:close/>
                  <a:moveTo>
                    <a:pt x="43" y="41"/>
                  </a:moveTo>
                  <a:cubicBezTo>
                    <a:pt x="43" y="41"/>
                    <a:pt x="43" y="41"/>
                    <a:pt x="43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3" y="34"/>
                    <a:pt x="43" y="34"/>
                    <a:pt x="43" y="34"/>
                  </a:cubicBezTo>
                  <a:lnTo>
                    <a:pt x="43" y="41"/>
                  </a:lnTo>
                  <a:close/>
                  <a:moveTo>
                    <a:pt x="44" y="48"/>
                  </a:moveTo>
                  <a:cubicBezTo>
                    <a:pt x="44" y="48"/>
                    <a:pt x="44" y="48"/>
                    <a:pt x="4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4" y="41"/>
                    <a:pt x="44" y="41"/>
                    <a:pt x="44" y="41"/>
                  </a:cubicBezTo>
                  <a:lnTo>
                    <a:pt x="44" y="48"/>
                  </a:lnTo>
                  <a:close/>
                  <a:moveTo>
                    <a:pt x="44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lnTo>
                    <a:pt x="44" y="41"/>
                  </a:lnTo>
                  <a:close/>
                  <a:moveTo>
                    <a:pt x="45" y="48"/>
                  </a:moveTo>
                  <a:cubicBezTo>
                    <a:pt x="45" y="48"/>
                    <a:pt x="45" y="48"/>
                    <a:pt x="45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lnTo>
                    <a:pt x="45" y="48"/>
                  </a:lnTo>
                  <a:close/>
                  <a:moveTo>
                    <a:pt x="45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lnTo>
                    <a:pt x="45" y="41"/>
                  </a:lnTo>
                  <a:close/>
                  <a:moveTo>
                    <a:pt x="46" y="48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lnTo>
                    <a:pt x="46" y="48"/>
                  </a:lnTo>
                  <a:close/>
                  <a:moveTo>
                    <a:pt x="46" y="41"/>
                  </a:moveTo>
                  <a:cubicBezTo>
                    <a:pt x="46" y="41"/>
                    <a:pt x="46" y="41"/>
                    <a:pt x="46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lnTo>
                    <a:pt x="46" y="41"/>
                  </a:lnTo>
                  <a:close/>
                  <a:moveTo>
                    <a:pt x="47" y="48"/>
                  </a:moveTo>
                  <a:cubicBezTo>
                    <a:pt x="47" y="48"/>
                    <a:pt x="47" y="48"/>
                    <a:pt x="47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1"/>
                    <a:pt x="47" y="41"/>
                    <a:pt x="47" y="41"/>
                  </a:cubicBezTo>
                  <a:lnTo>
                    <a:pt x="47" y="48"/>
                  </a:lnTo>
                  <a:close/>
                  <a:moveTo>
                    <a:pt x="47" y="41"/>
                  </a:move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lnTo>
                    <a:pt x="47" y="41"/>
                  </a:lnTo>
                  <a:close/>
                  <a:moveTo>
                    <a:pt x="48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1"/>
                    <a:pt x="48" y="41"/>
                    <a:pt x="48" y="41"/>
                  </a:cubicBezTo>
                  <a:lnTo>
                    <a:pt x="48" y="48"/>
                  </a:lnTo>
                  <a:close/>
                  <a:moveTo>
                    <a:pt x="48" y="41"/>
                  </a:moveTo>
                  <a:cubicBezTo>
                    <a:pt x="48" y="41"/>
                    <a:pt x="48" y="41"/>
                    <a:pt x="48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4"/>
                    <a:pt x="48" y="34"/>
                    <a:pt x="48" y="34"/>
                  </a:cubicBezTo>
                  <a:lnTo>
                    <a:pt x="48" y="41"/>
                  </a:lnTo>
                  <a:close/>
                  <a:moveTo>
                    <a:pt x="49" y="48"/>
                  </a:moveTo>
                  <a:cubicBezTo>
                    <a:pt x="49" y="48"/>
                    <a:pt x="49" y="48"/>
                    <a:pt x="4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49" y="48"/>
                  </a:lnTo>
                  <a:close/>
                  <a:moveTo>
                    <a:pt x="49" y="41"/>
                  </a:move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lnTo>
                    <a:pt x="49" y="41"/>
                  </a:lnTo>
                  <a:close/>
                  <a:moveTo>
                    <a:pt x="50" y="48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lnTo>
                    <a:pt x="50" y="48"/>
                  </a:lnTo>
                  <a:close/>
                  <a:moveTo>
                    <a:pt x="50" y="41"/>
                  </a:moveTo>
                  <a:cubicBezTo>
                    <a:pt x="50" y="41"/>
                    <a:pt x="50" y="41"/>
                    <a:pt x="50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lnTo>
                    <a:pt x="50" y="41"/>
                  </a:lnTo>
                  <a:close/>
                  <a:moveTo>
                    <a:pt x="52" y="48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lnTo>
                    <a:pt x="52" y="48"/>
                  </a:lnTo>
                  <a:close/>
                  <a:moveTo>
                    <a:pt x="52" y="41"/>
                  </a:moveTo>
                  <a:cubicBezTo>
                    <a:pt x="52" y="41"/>
                    <a:pt x="52" y="41"/>
                    <a:pt x="52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4"/>
                    <a:pt x="52" y="34"/>
                    <a:pt x="52" y="34"/>
                  </a:cubicBezTo>
                  <a:lnTo>
                    <a:pt x="52" y="41"/>
                  </a:lnTo>
                  <a:close/>
                  <a:moveTo>
                    <a:pt x="53" y="48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3" y="41"/>
                    <a:pt x="53" y="41"/>
                    <a:pt x="53" y="41"/>
                  </a:cubicBezTo>
                  <a:lnTo>
                    <a:pt x="53" y="48"/>
                  </a:lnTo>
                  <a:close/>
                  <a:moveTo>
                    <a:pt x="53" y="41"/>
                  </a:moveTo>
                  <a:cubicBezTo>
                    <a:pt x="53" y="41"/>
                    <a:pt x="53" y="41"/>
                    <a:pt x="53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3" y="34"/>
                    <a:pt x="53" y="34"/>
                    <a:pt x="53" y="34"/>
                  </a:cubicBezTo>
                  <a:lnTo>
                    <a:pt x="53" y="41"/>
                  </a:lnTo>
                  <a:close/>
                  <a:moveTo>
                    <a:pt x="54" y="48"/>
                  </a:moveTo>
                  <a:cubicBezTo>
                    <a:pt x="54" y="48"/>
                    <a:pt x="54" y="48"/>
                    <a:pt x="54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4" y="41"/>
                    <a:pt x="54" y="41"/>
                    <a:pt x="54" y="41"/>
                  </a:cubicBezTo>
                  <a:lnTo>
                    <a:pt x="54" y="48"/>
                  </a:lnTo>
                  <a:close/>
                  <a:moveTo>
                    <a:pt x="54" y="41"/>
                  </a:moveTo>
                  <a:cubicBezTo>
                    <a:pt x="54" y="41"/>
                    <a:pt x="54" y="41"/>
                    <a:pt x="54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3"/>
                    <a:pt x="54" y="33"/>
                    <a:pt x="54" y="33"/>
                  </a:cubicBezTo>
                  <a:lnTo>
                    <a:pt x="54" y="41"/>
                  </a:lnTo>
                  <a:close/>
                  <a:moveTo>
                    <a:pt x="55" y="48"/>
                  </a:move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5" y="41"/>
                    <a:pt x="55" y="41"/>
                    <a:pt x="55" y="41"/>
                  </a:cubicBezTo>
                  <a:lnTo>
                    <a:pt x="55" y="48"/>
                  </a:lnTo>
                  <a:close/>
                  <a:moveTo>
                    <a:pt x="55" y="41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55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7" y="48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lnTo>
                    <a:pt x="57" y="48"/>
                  </a:lnTo>
                  <a:close/>
                  <a:moveTo>
                    <a:pt x="57" y="4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7" y="33"/>
                    <a:pt x="57" y="33"/>
                    <a:pt x="57" y="33"/>
                  </a:cubicBezTo>
                  <a:lnTo>
                    <a:pt x="57" y="41"/>
                  </a:lnTo>
                  <a:close/>
                  <a:moveTo>
                    <a:pt x="58" y="48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lnTo>
                    <a:pt x="58" y="48"/>
                  </a:lnTo>
                  <a:close/>
                  <a:moveTo>
                    <a:pt x="58" y="41"/>
                  </a:moveTo>
                  <a:cubicBezTo>
                    <a:pt x="58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lnTo>
                    <a:pt x="58" y="41"/>
                  </a:lnTo>
                  <a:close/>
                  <a:moveTo>
                    <a:pt x="59" y="48"/>
                  </a:move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lnTo>
                    <a:pt x="59" y="48"/>
                  </a:ln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lnTo>
                    <a:pt x="59" y="41"/>
                  </a:lnTo>
                  <a:close/>
                  <a:moveTo>
                    <a:pt x="61" y="48"/>
                  </a:move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1"/>
                  </a:cubicBezTo>
                  <a:lnTo>
                    <a:pt x="61" y="48"/>
                  </a:lnTo>
                  <a:close/>
                  <a:moveTo>
                    <a:pt x="61" y="41"/>
                  </a:move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3"/>
                    <a:pt x="61" y="33"/>
                    <a:pt x="61" y="33"/>
                  </a:cubicBezTo>
                  <a:lnTo>
                    <a:pt x="61" y="41"/>
                  </a:lnTo>
                  <a:close/>
                  <a:moveTo>
                    <a:pt x="64" y="48"/>
                  </a:moveTo>
                  <a:cubicBezTo>
                    <a:pt x="64" y="48"/>
                    <a:pt x="64" y="48"/>
                    <a:pt x="64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4" y="41"/>
                    <a:pt x="64" y="41"/>
                    <a:pt x="64" y="41"/>
                  </a:cubicBezTo>
                  <a:lnTo>
                    <a:pt x="64" y="48"/>
                  </a:lnTo>
                  <a:close/>
                  <a:moveTo>
                    <a:pt x="64" y="41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4" y="33"/>
                    <a:pt x="64" y="33"/>
                    <a:pt x="64" y="33"/>
                  </a:cubicBezTo>
                  <a:lnTo>
                    <a:pt x="64" y="41"/>
                  </a:lnTo>
                  <a:close/>
                  <a:moveTo>
                    <a:pt x="66" y="48"/>
                  </a:moveTo>
                  <a:cubicBezTo>
                    <a:pt x="66" y="48"/>
                    <a:pt x="66" y="48"/>
                    <a:pt x="66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6" y="41"/>
                    <a:pt x="66" y="41"/>
                    <a:pt x="66" y="41"/>
                  </a:cubicBezTo>
                  <a:lnTo>
                    <a:pt x="66" y="48"/>
                  </a:lnTo>
                  <a:close/>
                  <a:moveTo>
                    <a:pt x="66" y="41"/>
                  </a:moveTo>
                  <a:cubicBezTo>
                    <a:pt x="66" y="41"/>
                    <a:pt x="66" y="41"/>
                    <a:pt x="66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6" y="33"/>
                    <a:pt x="66" y="33"/>
                    <a:pt x="66" y="33"/>
                  </a:cubicBezTo>
                  <a:lnTo>
                    <a:pt x="66" y="41"/>
                  </a:lnTo>
                  <a:close/>
                  <a:moveTo>
                    <a:pt x="68" y="48"/>
                  </a:moveTo>
                  <a:cubicBezTo>
                    <a:pt x="68" y="48"/>
                    <a:pt x="68" y="48"/>
                    <a:pt x="68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8" y="41"/>
                    <a:pt x="68" y="41"/>
                    <a:pt x="68" y="41"/>
                  </a:cubicBezTo>
                  <a:lnTo>
                    <a:pt x="68" y="48"/>
                  </a:lnTo>
                  <a:close/>
                  <a:moveTo>
                    <a:pt x="68" y="41"/>
                  </a:moveTo>
                  <a:cubicBezTo>
                    <a:pt x="68" y="41"/>
                    <a:pt x="68" y="41"/>
                    <a:pt x="68" y="41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8" y="33"/>
                    <a:pt x="68" y="33"/>
                    <a:pt x="68" y="33"/>
                  </a:cubicBezTo>
                  <a:lnTo>
                    <a:pt x="68" y="41"/>
                  </a:lnTo>
                  <a:close/>
                  <a:moveTo>
                    <a:pt x="71" y="48"/>
                  </a:moveTo>
                  <a:cubicBezTo>
                    <a:pt x="71" y="48"/>
                    <a:pt x="71" y="48"/>
                    <a:pt x="71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1" y="41"/>
                    <a:pt x="71" y="41"/>
                    <a:pt x="71" y="41"/>
                  </a:cubicBezTo>
                  <a:lnTo>
                    <a:pt x="71" y="48"/>
                  </a:lnTo>
                  <a:close/>
                  <a:moveTo>
                    <a:pt x="71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1" y="33"/>
                    <a:pt x="71" y="33"/>
                    <a:pt x="71" y="33"/>
                  </a:cubicBezTo>
                  <a:lnTo>
                    <a:pt x="71" y="41"/>
                  </a:lnTo>
                  <a:close/>
                  <a:moveTo>
                    <a:pt x="73" y="48"/>
                  </a:moveTo>
                  <a:cubicBezTo>
                    <a:pt x="73" y="48"/>
                    <a:pt x="73" y="48"/>
                    <a:pt x="73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3" y="41"/>
                    <a:pt x="73" y="41"/>
                    <a:pt x="73" y="41"/>
                  </a:cubicBezTo>
                  <a:lnTo>
                    <a:pt x="73" y="48"/>
                  </a:lnTo>
                  <a:close/>
                  <a:moveTo>
                    <a:pt x="73" y="41"/>
                  </a:move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3" y="33"/>
                    <a:pt x="73" y="33"/>
                    <a:pt x="73" y="33"/>
                  </a:cubicBezTo>
                  <a:lnTo>
                    <a:pt x="73" y="41"/>
                  </a:ln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5" y="41"/>
                    <a:pt x="75" y="41"/>
                    <a:pt x="75" y="41"/>
                  </a:cubicBezTo>
                  <a:lnTo>
                    <a:pt x="75" y="48"/>
                  </a:lnTo>
                  <a:close/>
                  <a:moveTo>
                    <a:pt x="75" y="41"/>
                  </a:moveTo>
                  <a:cubicBezTo>
                    <a:pt x="75" y="41"/>
                    <a:pt x="75" y="41"/>
                    <a:pt x="75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5" y="33"/>
                    <a:pt x="75" y="33"/>
                    <a:pt x="75" y="33"/>
                  </a:cubicBezTo>
                  <a:lnTo>
                    <a:pt x="75" y="41"/>
                  </a:lnTo>
                  <a:close/>
                  <a:moveTo>
                    <a:pt x="77" y="48"/>
                  </a:moveTo>
                  <a:cubicBezTo>
                    <a:pt x="77" y="48"/>
                    <a:pt x="77" y="48"/>
                    <a:pt x="77" y="48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7" y="41"/>
                    <a:pt x="77" y="41"/>
                    <a:pt x="77" y="41"/>
                  </a:cubicBezTo>
                  <a:lnTo>
                    <a:pt x="77" y="48"/>
                  </a:lnTo>
                  <a:close/>
                  <a:moveTo>
                    <a:pt x="77" y="41"/>
                  </a:moveTo>
                  <a:cubicBezTo>
                    <a:pt x="77" y="41"/>
                    <a:pt x="77" y="41"/>
                    <a:pt x="77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7" y="33"/>
                    <a:pt x="77" y="33"/>
                    <a:pt x="77" y="33"/>
                  </a:cubicBezTo>
                  <a:lnTo>
                    <a:pt x="77" y="41"/>
                  </a:lnTo>
                  <a:close/>
                  <a:moveTo>
                    <a:pt x="80" y="48"/>
                  </a:moveTo>
                  <a:cubicBezTo>
                    <a:pt x="80" y="48"/>
                    <a:pt x="80" y="48"/>
                    <a:pt x="80" y="48"/>
                  </a:cubicBezTo>
                  <a:cubicBezTo>
                    <a:pt x="78" y="48"/>
                    <a:pt x="78" y="48"/>
                    <a:pt x="78" y="48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80" y="41"/>
                    <a:pt x="80" y="41"/>
                    <a:pt x="80" y="41"/>
                  </a:cubicBezTo>
                  <a:lnTo>
                    <a:pt x="80" y="48"/>
                  </a:lnTo>
                  <a:close/>
                  <a:moveTo>
                    <a:pt x="80" y="41"/>
                  </a:moveTo>
                  <a:cubicBezTo>
                    <a:pt x="80" y="41"/>
                    <a:pt x="80" y="41"/>
                    <a:pt x="80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0" y="33"/>
                    <a:pt x="80" y="33"/>
                    <a:pt x="80" y="33"/>
                  </a:cubicBezTo>
                  <a:lnTo>
                    <a:pt x="80" y="41"/>
                  </a:lnTo>
                  <a:close/>
                  <a:moveTo>
                    <a:pt x="82" y="48"/>
                  </a:moveTo>
                  <a:cubicBezTo>
                    <a:pt x="82" y="48"/>
                    <a:pt x="82" y="48"/>
                    <a:pt x="82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2" y="41"/>
                    <a:pt x="82" y="41"/>
                    <a:pt x="82" y="41"/>
                  </a:cubicBezTo>
                  <a:lnTo>
                    <a:pt x="82" y="48"/>
                  </a:lnTo>
                  <a:close/>
                  <a:moveTo>
                    <a:pt x="82" y="41"/>
                  </a:moveTo>
                  <a:cubicBezTo>
                    <a:pt x="82" y="41"/>
                    <a:pt x="82" y="41"/>
                    <a:pt x="82" y="41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2" y="33"/>
                    <a:pt x="82" y="33"/>
                    <a:pt x="82" y="33"/>
                  </a:cubicBezTo>
                  <a:lnTo>
                    <a:pt x="82" y="41"/>
                  </a:lnTo>
                  <a:close/>
                  <a:moveTo>
                    <a:pt x="84" y="48"/>
                  </a:move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4" y="41"/>
                    <a:pt x="84" y="41"/>
                    <a:pt x="84" y="41"/>
                  </a:cubicBezTo>
                  <a:lnTo>
                    <a:pt x="84" y="48"/>
                  </a:lnTo>
                  <a:close/>
                  <a:moveTo>
                    <a:pt x="84" y="41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4" y="33"/>
                    <a:pt x="84" y="33"/>
                    <a:pt x="84" y="33"/>
                  </a:cubicBezTo>
                  <a:lnTo>
                    <a:pt x="84" y="41"/>
                  </a:lnTo>
                  <a:close/>
                  <a:moveTo>
                    <a:pt x="94" y="48"/>
                  </a:moveTo>
                  <a:cubicBezTo>
                    <a:pt x="94" y="48"/>
                    <a:pt x="94" y="48"/>
                    <a:pt x="94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94" y="48"/>
                  </a:lnTo>
                  <a:close/>
                  <a:moveTo>
                    <a:pt x="90" y="48"/>
                  </a:moveTo>
                  <a:cubicBezTo>
                    <a:pt x="90" y="48"/>
                    <a:pt x="90" y="48"/>
                    <a:pt x="90" y="48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8"/>
                    <a:pt x="91" y="48"/>
                    <a:pt x="91" y="48"/>
                  </a:cubicBezTo>
                  <a:lnTo>
                    <a:pt x="90" y="48"/>
                  </a:lnTo>
                  <a:close/>
                  <a:moveTo>
                    <a:pt x="94" y="41"/>
                  </a:moveTo>
                  <a:cubicBezTo>
                    <a:pt x="94" y="41"/>
                    <a:pt x="94" y="41"/>
                    <a:pt x="94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94" y="33"/>
                    <a:pt x="94" y="33"/>
                    <a:pt x="94" y="33"/>
                  </a:cubicBezTo>
                  <a:lnTo>
                    <a:pt x="94" y="41"/>
                  </a:ln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48"/>
                  </a:lnTo>
                  <a:close/>
                  <a:moveTo>
                    <a:pt x="96" y="41"/>
                  </a:moveTo>
                  <a:cubicBezTo>
                    <a:pt x="96" y="41"/>
                    <a:pt x="96" y="41"/>
                    <a:pt x="96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6" y="33"/>
                    <a:pt x="96" y="33"/>
                    <a:pt x="96" y="33"/>
                  </a:cubicBezTo>
                  <a:lnTo>
                    <a:pt x="96" y="41"/>
                  </a:lnTo>
                  <a:close/>
                  <a:moveTo>
                    <a:pt x="96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8" y="34"/>
                    <a:pt x="98" y="34"/>
                    <a:pt x="98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6" y="41"/>
                    <a:pt x="96" y="41"/>
                    <a:pt x="96" y="41"/>
                  </a:cubicBezTo>
                  <a:lnTo>
                    <a:pt x="96" y="33"/>
                  </a:lnTo>
                  <a:close/>
                  <a:moveTo>
                    <a:pt x="101" y="48"/>
                  </a:moveTo>
                  <a:cubicBezTo>
                    <a:pt x="101" y="48"/>
                    <a:pt x="101" y="48"/>
                    <a:pt x="101" y="48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1" y="41"/>
                    <a:pt x="101" y="41"/>
                    <a:pt x="101" y="41"/>
                  </a:cubicBezTo>
                  <a:lnTo>
                    <a:pt x="101" y="48"/>
                  </a:lnTo>
                  <a:close/>
                  <a:moveTo>
                    <a:pt x="101" y="41"/>
                  </a:moveTo>
                  <a:cubicBezTo>
                    <a:pt x="101" y="41"/>
                    <a:pt x="101" y="41"/>
                    <a:pt x="101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1" y="34"/>
                    <a:pt x="101" y="34"/>
                    <a:pt x="101" y="34"/>
                  </a:cubicBezTo>
                  <a:lnTo>
                    <a:pt x="101" y="41"/>
                  </a:lnTo>
                  <a:close/>
                  <a:moveTo>
                    <a:pt x="103" y="48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3" y="41"/>
                    <a:pt x="103" y="41"/>
                    <a:pt x="103" y="41"/>
                  </a:cubicBezTo>
                  <a:lnTo>
                    <a:pt x="103" y="48"/>
                  </a:lnTo>
                  <a:close/>
                  <a:moveTo>
                    <a:pt x="103" y="41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3" y="34"/>
                    <a:pt x="103" y="34"/>
                    <a:pt x="103" y="34"/>
                  </a:cubicBezTo>
                  <a:lnTo>
                    <a:pt x="103" y="41"/>
                  </a:lnTo>
                  <a:close/>
                  <a:moveTo>
                    <a:pt x="105" y="48"/>
                  </a:moveTo>
                  <a:cubicBezTo>
                    <a:pt x="105" y="48"/>
                    <a:pt x="105" y="48"/>
                    <a:pt x="105" y="48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5" y="41"/>
                    <a:pt x="105" y="41"/>
                    <a:pt x="105" y="41"/>
                  </a:cubicBezTo>
                  <a:lnTo>
                    <a:pt x="105" y="48"/>
                  </a:lnTo>
                  <a:close/>
                  <a:moveTo>
                    <a:pt x="105" y="41"/>
                  </a:moveTo>
                  <a:cubicBezTo>
                    <a:pt x="105" y="41"/>
                    <a:pt x="105" y="41"/>
                    <a:pt x="105" y="4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5" y="34"/>
                    <a:pt x="105" y="34"/>
                    <a:pt x="105" y="34"/>
                  </a:cubicBezTo>
                  <a:lnTo>
                    <a:pt x="105" y="41"/>
                  </a:lnTo>
                  <a:close/>
                  <a:moveTo>
                    <a:pt x="107" y="48"/>
                  </a:moveTo>
                  <a:cubicBezTo>
                    <a:pt x="107" y="48"/>
                    <a:pt x="107" y="48"/>
                    <a:pt x="107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7" y="41"/>
                    <a:pt x="107" y="41"/>
                    <a:pt x="107" y="41"/>
                  </a:cubicBezTo>
                  <a:lnTo>
                    <a:pt x="107" y="48"/>
                  </a:lnTo>
                  <a:close/>
                  <a:moveTo>
                    <a:pt x="107" y="41"/>
                  </a:moveTo>
                  <a:cubicBezTo>
                    <a:pt x="107" y="41"/>
                    <a:pt x="107" y="41"/>
                    <a:pt x="10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34"/>
                    <a:pt x="105" y="34"/>
                    <a:pt x="105" y="34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107" y="41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7" y="48"/>
                    <a:pt x="107" y="48"/>
                    <a:pt x="107" y="4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9" y="41"/>
                    <a:pt x="109" y="41"/>
                    <a:pt x="109" y="41"/>
                  </a:cubicBezTo>
                  <a:lnTo>
                    <a:pt x="109" y="48"/>
                  </a:lnTo>
                  <a:close/>
                  <a:moveTo>
                    <a:pt x="109" y="41"/>
                  </a:moveTo>
                  <a:cubicBezTo>
                    <a:pt x="109" y="41"/>
                    <a:pt x="109" y="41"/>
                    <a:pt x="109" y="41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9" y="34"/>
                    <a:pt x="109" y="34"/>
                    <a:pt x="109" y="34"/>
                  </a:cubicBezTo>
                  <a:lnTo>
                    <a:pt x="109" y="41"/>
                  </a:ln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2" y="48"/>
                    <a:pt x="112" y="48"/>
                    <a:pt x="112" y="48"/>
                  </a:cubicBezTo>
                  <a:close/>
                  <a:moveTo>
                    <a:pt x="112" y="48"/>
                  </a:moveTo>
                  <a:cubicBezTo>
                    <a:pt x="112" y="48"/>
                    <a:pt x="112" y="48"/>
                    <a:pt x="112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2" y="41"/>
                    <a:pt x="112" y="41"/>
                    <a:pt x="112" y="41"/>
                  </a:cubicBezTo>
                  <a:lnTo>
                    <a:pt x="112" y="48"/>
                  </a:lnTo>
                  <a:close/>
                  <a:moveTo>
                    <a:pt x="112" y="41"/>
                  </a:moveTo>
                  <a:cubicBezTo>
                    <a:pt x="112" y="41"/>
                    <a:pt x="112" y="41"/>
                    <a:pt x="112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2" y="34"/>
                    <a:pt x="112" y="34"/>
                    <a:pt x="112" y="34"/>
                  </a:cubicBezTo>
                  <a:lnTo>
                    <a:pt x="112" y="41"/>
                  </a:ln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4" y="48"/>
                    <a:pt x="114" y="48"/>
                    <a:pt x="114" y="48"/>
                  </a:cubicBezTo>
                  <a:close/>
                  <a:moveTo>
                    <a:pt x="114" y="48"/>
                  </a:moveTo>
                  <a:cubicBezTo>
                    <a:pt x="114" y="48"/>
                    <a:pt x="114" y="48"/>
                    <a:pt x="114" y="4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4" y="41"/>
                    <a:pt x="114" y="41"/>
                    <a:pt x="114" y="41"/>
                  </a:cubicBezTo>
                  <a:lnTo>
                    <a:pt x="114" y="48"/>
                  </a:lnTo>
                  <a:close/>
                  <a:moveTo>
                    <a:pt x="114" y="41"/>
                  </a:moveTo>
                  <a:cubicBezTo>
                    <a:pt x="114" y="41"/>
                    <a:pt x="114" y="41"/>
                    <a:pt x="114" y="41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4" y="34"/>
                    <a:pt x="114" y="34"/>
                    <a:pt x="114" y="34"/>
                  </a:cubicBezTo>
                  <a:lnTo>
                    <a:pt x="114" y="41"/>
                  </a:ln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6" y="48"/>
                    <a:pt x="116" y="48"/>
                    <a:pt x="116" y="48"/>
                  </a:cubicBezTo>
                  <a:close/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48"/>
                  </a:lnTo>
                  <a:close/>
                  <a:moveTo>
                    <a:pt x="116" y="41"/>
                  </a:moveTo>
                  <a:cubicBezTo>
                    <a:pt x="116" y="41"/>
                    <a:pt x="116" y="41"/>
                    <a:pt x="116" y="41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6" y="34"/>
                    <a:pt x="116" y="34"/>
                    <a:pt x="116" y="34"/>
                  </a:cubicBezTo>
                  <a:lnTo>
                    <a:pt x="116" y="41"/>
                  </a:ln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7" y="48"/>
                    <a:pt x="117" y="48"/>
                    <a:pt x="117" y="48"/>
                  </a:cubicBezTo>
                  <a:close/>
                  <a:moveTo>
                    <a:pt x="117" y="48"/>
                  </a:moveTo>
                  <a:cubicBezTo>
                    <a:pt x="117" y="48"/>
                    <a:pt x="117" y="48"/>
                    <a:pt x="117" y="48"/>
                  </a:cubicBezTo>
                  <a:cubicBezTo>
                    <a:pt x="116" y="48"/>
                    <a:pt x="116" y="48"/>
                    <a:pt x="116" y="48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7" y="41"/>
                    <a:pt x="117" y="41"/>
                    <a:pt x="117" y="41"/>
                  </a:cubicBezTo>
                  <a:lnTo>
                    <a:pt x="117" y="48"/>
                  </a:lnTo>
                  <a:close/>
                  <a:moveTo>
                    <a:pt x="117" y="34"/>
                  </a:moveTo>
                  <a:cubicBezTo>
                    <a:pt x="117" y="34"/>
                    <a:pt x="117" y="34"/>
                    <a:pt x="117" y="34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34"/>
                    <a:pt x="116" y="34"/>
                    <a:pt x="116" y="34"/>
                  </a:cubicBezTo>
                  <a:cubicBezTo>
                    <a:pt x="117" y="34"/>
                    <a:pt x="117" y="34"/>
                    <a:pt x="117" y="34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9" y="48"/>
                    <a:pt x="119" y="48"/>
                    <a:pt x="119" y="48"/>
                  </a:cubicBezTo>
                  <a:close/>
                  <a:moveTo>
                    <a:pt x="119" y="48"/>
                  </a:moveTo>
                  <a:cubicBezTo>
                    <a:pt x="119" y="48"/>
                    <a:pt x="119" y="48"/>
                    <a:pt x="119" y="48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9" y="41"/>
                    <a:pt x="119" y="41"/>
                    <a:pt x="119" y="41"/>
                  </a:cubicBezTo>
                  <a:lnTo>
                    <a:pt x="119" y="48"/>
                  </a:lnTo>
                  <a:close/>
                  <a:moveTo>
                    <a:pt x="119" y="41"/>
                  </a:moveTo>
                  <a:cubicBezTo>
                    <a:pt x="119" y="41"/>
                    <a:pt x="119" y="41"/>
                    <a:pt x="119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lnTo>
                    <a:pt x="119" y="41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20" y="48"/>
                    <a:pt x="120" y="48"/>
                    <a:pt x="120" y="48"/>
                  </a:cubicBez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20" y="41"/>
                    <a:pt x="120" y="41"/>
                    <a:pt x="120" y="41"/>
                  </a:cubicBezTo>
                  <a:lnTo>
                    <a:pt x="120" y="48"/>
                  </a:lnTo>
                  <a:close/>
                  <a:moveTo>
                    <a:pt x="143" y="18"/>
                  </a:moveTo>
                  <a:cubicBezTo>
                    <a:pt x="143" y="18"/>
                    <a:pt x="143" y="18"/>
                    <a:pt x="143" y="18"/>
                  </a:cubicBezTo>
                  <a:cubicBezTo>
                    <a:pt x="145" y="18"/>
                    <a:pt x="145" y="18"/>
                    <a:pt x="145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5" y="19"/>
                    <a:pt x="146" y="19"/>
                    <a:pt x="146" y="19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47" y="19"/>
                    <a:pt x="147" y="19"/>
                    <a:pt x="147" y="19"/>
                  </a:cubicBezTo>
                  <a:cubicBezTo>
                    <a:pt x="152" y="20"/>
                    <a:pt x="153" y="21"/>
                    <a:pt x="153" y="21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3" y="21"/>
                    <a:pt x="153" y="21"/>
                    <a:pt x="153" y="21"/>
                  </a:cubicBezTo>
                  <a:cubicBezTo>
                    <a:pt x="153" y="21"/>
                    <a:pt x="150" y="20"/>
                    <a:pt x="146" y="20"/>
                  </a:cubicBezTo>
                  <a:cubicBezTo>
                    <a:pt x="143" y="20"/>
                    <a:pt x="140" y="21"/>
                    <a:pt x="140" y="21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0" y="21"/>
                    <a:pt x="141" y="20"/>
                    <a:pt x="143" y="20"/>
                  </a:cubicBezTo>
                  <a:lnTo>
                    <a:pt x="143" y="18"/>
                  </a:lnTo>
                  <a:close/>
                  <a:moveTo>
                    <a:pt x="142" y="31"/>
                  </a:moveTo>
                  <a:cubicBezTo>
                    <a:pt x="142" y="31"/>
                    <a:pt x="142" y="31"/>
                    <a:pt x="142" y="31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2" y="31"/>
                  </a:lnTo>
                  <a:close/>
                  <a:moveTo>
                    <a:pt x="141" y="20"/>
                  </a:moveTo>
                  <a:cubicBezTo>
                    <a:pt x="141" y="20"/>
                    <a:pt x="141" y="20"/>
                    <a:pt x="141" y="20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41" y="20"/>
                    <a:pt x="141" y="20"/>
                    <a:pt x="141" y="20"/>
                  </a:cubicBezTo>
                  <a:close/>
                  <a:moveTo>
                    <a:pt x="140" y="15"/>
                  </a:moveTo>
                  <a:cubicBezTo>
                    <a:pt x="140" y="15"/>
                    <a:pt x="140" y="15"/>
                    <a:pt x="140" y="15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40" y="17"/>
                    <a:pt x="140" y="17"/>
                    <a:pt x="140" y="17"/>
                  </a:cubicBezTo>
                  <a:lnTo>
                    <a:pt x="140" y="15"/>
                  </a:lnTo>
                  <a:close/>
                  <a:moveTo>
                    <a:pt x="129" y="21"/>
                  </a:moveTo>
                  <a:cubicBezTo>
                    <a:pt x="129" y="21"/>
                    <a:pt x="129" y="21"/>
                    <a:pt x="129" y="21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2" y="19"/>
                    <a:pt x="133" y="19"/>
                    <a:pt x="134" y="19"/>
                  </a:cubicBezTo>
                  <a:cubicBezTo>
                    <a:pt x="134" y="17"/>
                    <a:pt x="134" y="17"/>
                    <a:pt x="134" y="17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9" y="18"/>
                    <a:pt x="141" y="18"/>
                    <a:pt x="141" y="18"/>
                  </a:cubicBezTo>
                  <a:cubicBezTo>
                    <a:pt x="141" y="18"/>
                    <a:pt x="137" y="18"/>
                    <a:pt x="133" y="19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2"/>
                    <a:pt x="128" y="22"/>
                    <a:pt x="128" y="22"/>
                  </a:cubicBezTo>
                  <a:cubicBezTo>
                    <a:pt x="128" y="21"/>
                    <a:pt x="129" y="21"/>
                    <a:pt x="129" y="21"/>
                  </a:cubicBezTo>
                  <a:close/>
                  <a:moveTo>
                    <a:pt x="137" y="31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6" y="32"/>
                    <a:pt x="136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lnTo>
                    <a:pt x="137" y="31"/>
                  </a:lnTo>
                  <a:close/>
                  <a:moveTo>
                    <a:pt x="135" y="32"/>
                  </a:moveTo>
                  <a:cubicBezTo>
                    <a:pt x="135" y="32"/>
                    <a:pt x="135" y="32"/>
                    <a:pt x="135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5" y="33"/>
                    <a:pt x="134" y="33"/>
                    <a:pt x="134" y="33"/>
                  </a:cubicBezTo>
                  <a:cubicBezTo>
                    <a:pt x="134" y="32"/>
                    <a:pt x="134" y="32"/>
                    <a:pt x="134" y="32"/>
                  </a:cubicBezTo>
                  <a:lnTo>
                    <a:pt x="135" y="32"/>
                  </a:lnTo>
                  <a:close/>
                  <a:moveTo>
                    <a:pt x="134" y="32"/>
                  </a:moveTo>
                  <a:cubicBezTo>
                    <a:pt x="134" y="32"/>
                    <a:pt x="134" y="32"/>
                    <a:pt x="134" y="32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2" y="33"/>
                  </a:cubicBezTo>
                  <a:cubicBezTo>
                    <a:pt x="132" y="32"/>
                    <a:pt x="132" y="32"/>
                    <a:pt x="132" y="32"/>
                  </a:cubicBezTo>
                  <a:lnTo>
                    <a:pt x="134" y="32"/>
                  </a:lnTo>
                  <a:close/>
                  <a:moveTo>
                    <a:pt x="131" y="32"/>
                  </a:moveTo>
                  <a:cubicBezTo>
                    <a:pt x="131" y="32"/>
                    <a:pt x="131" y="32"/>
                    <a:pt x="131" y="32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3"/>
                    <a:pt x="130" y="33"/>
                    <a:pt x="129" y="33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32" y="32"/>
                    <a:pt x="132" y="32"/>
                    <a:pt x="132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3"/>
                    <a:pt x="131" y="33"/>
                    <a:pt x="131" y="33"/>
                  </a:cubicBezTo>
                  <a:cubicBezTo>
                    <a:pt x="131" y="32"/>
                    <a:pt x="131" y="32"/>
                    <a:pt x="131" y="32"/>
                  </a:cubicBezTo>
                  <a:close/>
                  <a:moveTo>
                    <a:pt x="129" y="32"/>
                  </a:moveTo>
                  <a:cubicBezTo>
                    <a:pt x="129" y="32"/>
                    <a:pt x="129" y="32"/>
                    <a:pt x="129" y="32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3"/>
                    <a:pt x="128" y="33"/>
                    <a:pt x="128" y="33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9" y="32"/>
                  </a:lnTo>
                  <a:close/>
                  <a:moveTo>
                    <a:pt x="125" y="31"/>
                  </a:move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27" y="31"/>
                    <a:pt x="127" y="31"/>
                    <a:pt x="127" y="31"/>
                  </a:cubicBezTo>
                  <a:lnTo>
                    <a:pt x="125" y="31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7" y="36"/>
                    <a:pt x="127" y="36"/>
                    <a:pt x="127" y="36"/>
                  </a:cubicBezTo>
                  <a:cubicBezTo>
                    <a:pt x="127" y="37"/>
                    <a:pt x="126" y="38"/>
                    <a:pt x="126" y="40"/>
                  </a:cubicBezTo>
                  <a:cubicBezTo>
                    <a:pt x="126" y="40"/>
                    <a:pt x="126" y="40"/>
                    <a:pt x="126" y="41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7" y="32"/>
                  </a:lnTo>
                  <a:close/>
                  <a:moveTo>
                    <a:pt x="127" y="32"/>
                  </a:moveTo>
                  <a:cubicBezTo>
                    <a:pt x="127" y="32"/>
                    <a:pt x="127" y="32"/>
                    <a:pt x="127" y="32"/>
                  </a:cubicBezTo>
                  <a:cubicBezTo>
                    <a:pt x="128" y="32"/>
                    <a:pt x="128" y="32"/>
                    <a:pt x="128" y="32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7" y="33"/>
                    <a:pt x="127" y="33"/>
                    <a:pt x="127" y="33"/>
                  </a:cubicBezTo>
                  <a:cubicBezTo>
                    <a:pt x="127" y="33"/>
                    <a:pt x="127" y="34"/>
                    <a:pt x="127" y="35"/>
                  </a:cubicBezTo>
                  <a:lnTo>
                    <a:pt x="127" y="32"/>
                  </a:lnTo>
                  <a:close/>
                  <a:moveTo>
                    <a:pt x="126" y="15"/>
                  </a:moveTo>
                  <a:cubicBezTo>
                    <a:pt x="126" y="15"/>
                    <a:pt x="126" y="15"/>
                    <a:pt x="126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6" y="17"/>
                    <a:pt x="126" y="17"/>
                    <a:pt x="126" y="17"/>
                  </a:cubicBezTo>
                  <a:lnTo>
                    <a:pt x="126" y="15"/>
                  </a:lnTo>
                  <a:close/>
                  <a:moveTo>
                    <a:pt x="124" y="16"/>
                  </a:moveTo>
                  <a:cubicBezTo>
                    <a:pt x="124" y="16"/>
                    <a:pt x="124" y="16"/>
                    <a:pt x="124" y="16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18"/>
                    <a:pt x="124" y="18"/>
                    <a:pt x="124" y="18"/>
                  </a:cubicBezTo>
                  <a:lnTo>
                    <a:pt x="124" y="16"/>
                  </a:lnTo>
                  <a:close/>
                  <a:moveTo>
                    <a:pt x="123" y="20"/>
                  </a:moveTo>
                  <a:cubicBezTo>
                    <a:pt x="123" y="20"/>
                    <a:pt x="123" y="20"/>
                    <a:pt x="123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23" y="22"/>
                    <a:pt x="123" y="22"/>
                    <a:pt x="123" y="22"/>
                  </a:cubicBezTo>
                  <a:lnTo>
                    <a:pt x="123" y="20"/>
                  </a:lnTo>
                  <a:close/>
                  <a:moveTo>
                    <a:pt x="124" y="23"/>
                  </a:moveTo>
                  <a:cubicBezTo>
                    <a:pt x="124" y="23"/>
                    <a:pt x="124" y="23"/>
                    <a:pt x="124" y="23"/>
                  </a:cubicBezTo>
                  <a:cubicBezTo>
                    <a:pt x="124" y="24"/>
                    <a:pt x="124" y="24"/>
                    <a:pt x="124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3"/>
                    <a:pt x="123" y="23"/>
                    <a:pt x="123" y="23"/>
                  </a:cubicBezTo>
                  <a:lnTo>
                    <a:pt x="124" y="23"/>
                  </a:lnTo>
                  <a:close/>
                  <a:moveTo>
                    <a:pt x="122" y="28"/>
                  </a:moveTo>
                  <a:cubicBezTo>
                    <a:pt x="122" y="28"/>
                    <a:pt x="122" y="28"/>
                    <a:pt x="122" y="28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8"/>
                    <a:pt x="123" y="28"/>
                    <a:pt x="123" y="28"/>
                  </a:cubicBezTo>
                  <a:lnTo>
                    <a:pt x="122" y="28"/>
                  </a:lnTo>
                  <a:close/>
                  <a:moveTo>
                    <a:pt x="122" y="29"/>
                  </a:move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lnTo>
                    <a:pt x="122" y="29"/>
                  </a:lnTo>
                  <a:close/>
                  <a:moveTo>
                    <a:pt x="121" y="19"/>
                  </a:moveTo>
                  <a:cubicBezTo>
                    <a:pt x="121" y="19"/>
                    <a:pt x="121" y="19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1" y="21"/>
                    <a:pt x="121" y="21"/>
                    <a:pt x="121" y="21"/>
                  </a:cubicBezTo>
                  <a:lnTo>
                    <a:pt x="121" y="19"/>
                  </a:lnTo>
                  <a:close/>
                  <a:moveTo>
                    <a:pt x="120" y="18"/>
                  </a:moveTo>
                  <a:cubicBezTo>
                    <a:pt x="120" y="18"/>
                    <a:pt x="120" y="18"/>
                    <a:pt x="120" y="18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20" y="17"/>
                    <a:pt x="120" y="17"/>
                    <a:pt x="120" y="17"/>
                  </a:cubicBezTo>
                  <a:lnTo>
                    <a:pt x="120" y="18"/>
                  </a:lnTo>
                  <a:close/>
                  <a:moveTo>
                    <a:pt x="120" y="26"/>
                  </a:moveTo>
                  <a:cubicBezTo>
                    <a:pt x="120" y="26"/>
                    <a:pt x="120" y="26"/>
                    <a:pt x="120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1" y="26"/>
                    <a:pt x="121" y="26"/>
                    <a:pt x="121" y="26"/>
                  </a:cubicBezTo>
                  <a:lnTo>
                    <a:pt x="120" y="26"/>
                  </a:lnTo>
                  <a:close/>
                  <a:moveTo>
                    <a:pt x="120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2" y="48"/>
                    <a:pt x="122" y="48"/>
                    <a:pt x="122" y="48"/>
                  </a:cubicBezTo>
                  <a:lnTo>
                    <a:pt x="120" y="48"/>
                  </a:lnTo>
                  <a:close/>
                  <a:moveTo>
                    <a:pt x="122" y="48"/>
                  </a:moveTo>
                  <a:cubicBezTo>
                    <a:pt x="122" y="48"/>
                    <a:pt x="122" y="48"/>
                    <a:pt x="122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2" y="41"/>
                    <a:pt x="122" y="41"/>
                    <a:pt x="122" y="41"/>
                  </a:cubicBezTo>
                  <a:lnTo>
                    <a:pt x="122" y="48"/>
                  </a:lnTo>
                  <a:close/>
                  <a:moveTo>
                    <a:pt x="122" y="41"/>
                  </a:moveTo>
                  <a:cubicBezTo>
                    <a:pt x="122" y="41"/>
                    <a:pt x="122" y="41"/>
                    <a:pt x="122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22" y="33"/>
                    <a:pt x="122" y="33"/>
                    <a:pt x="122" y="33"/>
                  </a:cubicBezTo>
                  <a:lnTo>
                    <a:pt x="122" y="41"/>
                  </a:lnTo>
                  <a:close/>
                  <a:moveTo>
                    <a:pt x="123" y="48"/>
                  </a:move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3" y="41"/>
                    <a:pt x="123" y="41"/>
                    <a:pt x="123" y="41"/>
                  </a:cubicBezTo>
                  <a:lnTo>
                    <a:pt x="123" y="48"/>
                  </a:lnTo>
                  <a:close/>
                  <a:moveTo>
                    <a:pt x="123" y="41"/>
                  </a:moveTo>
                  <a:cubicBezTo>
                    <a:pt x="123" y="41"/>
                    <a:pt x="123" y="41"/>
                    <a:pt x="123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3" y="33"/>
                    <a:pt x="123" y="33"/>
                    <a:pt x="123" y="33"/>
                  </a:cubicBezTo>
                  <a:lnTo>
                    <a:pt x="123" y="41"/>
                  </a:lnTo>
                  <a:close/>
                  <a:moveTo>
                    <a:pt x="124" y="48"/>
                  </a:moveTo>
                  <a:cubicBezTo>
                    <a:pt x="124" y="48"/>
                    <a:pt x="124" y="48"/>
                    <a:pt x="12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4" y="41"/>
                    <a:pt x="124" y="41"/>
                    <a:pt x="124" y="41"/>
                  </a:cubicBezTo>
                  <a:lnTo>
                    <a:pt x="124" y="48"/>
                  </a:lnTo>
                  <a:close/>
                  <a:moveTo>
                    <a:pt x="124" y="41"/>
                  </a:moveTo>
                  <a:cubicBezTo>
                    <a:pt x="124" y="41"/>
                    <a:pt x="124" y="41"/>
                    <a:pt x="124" y="41"/>
                  </a:cubicBezTo>
                  <a:cubicBezTo>
                    <a:pt x="123" y="41"/>
                    <a:pt x="123" y="41"/>
                    <a:pt x="123" y="41"/>
                  </a:cubicBezTo>
                  <a:cubicBezTo>
                    <a:pt x="123" y="33"/>
                    <a:pt x="123" y="33"/>
                    <a:pt x="123" y="33"/>
                  </a:cubicBezTo>
                  <a:cubicBezTo>
                    <a:pt x="124" y="33"/>
                    <a:pt x="124" y="33"/>
                    <a:pt x="124" y="33"/>
                  </a:cubicBezTo>
                  <a:lnTo>
                    <a:pt x="124" y="41"/>
                  </a:lnTo>
                  <a:close/>
                  <a:moveTo>
                    <a:pt x="125" y="48"/>
                  </a:moveTo>
                  <a:cubicBezTo>
                    <a:pt x="125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4" y="48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5" y="41"/>
                    <a:pt x="125" y="41"/>
                    <a:pt x="125" y="41"/>
                  </a:cubicBezTo>
                  <a:lnTo>
                    <a:pt x="125" y="48"/>
                  </a:lnTo>
                  <a:close/>
                  <a:moveTo>
                    <a:pt x="125" y="41"/>
                  </a:moveTo>
                  <a:cubicBezTo>
                    <a:pt x="125" y="41"/>
                    <a:pt x="125" y="41"/>
                    <a:pt x="125" y="41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lnTo>
                    <a:pt x="125" y="41"/>
                  </a:lnTo>
                  <a:close/>
                  <a:moveTo>
                    <a:pt x="140" y="49"/>
                  </a:moveTo>
                  <a:cubicBezTo>
                    <a:pt x="140" y="49"/>
                    <a:pt x="140" y="49"/>
                    <a:pt x="140" y="49"/>
                  </a:cubicBezTo>
                  <a:cubicBezTo>
                    <a:pt x="125" y="48"/>
                    <a:pt x="125" y="48"/>
                    <a:pt x="125" y="48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6" y="44"/>
                    <a:pt x="126" y="48"/>
                    <a:pt x="126" y="48"/>
                  </a:cubicBezTo>
                  <a:cubicBezTo>
                    <a:pt x="126" y="48"/>
                    <a:pt x="126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8"/>
                    <a:pt x="127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9" y="48"/>
                    <a:pt x="130" y="48"/>
                    <a:pt x="131" y="49"/>
                  </a:cubicBezTo>
                  <a:cubicBezTo>
                    <a:pt x="134" y="49"/>
                    <a:pt x="139" y="49"/>
                    <a:pt x="139" y="49"/>
                  </a:cubicBezTo>
                  <a:cubicBezTo>
                    <a:pt x="139" y="49"/>
                    <a:pt x="139" y="45"/>
                    <a:pt x="139" y="42"/>
                  </a:cubicBezTo>
                  <a:cubicBezTo>
                    <a:pt x="139" y="42"/>
                    <a:pt x="139" y="41"/>
                    <a:pt x="139" y="41"/>
                  </a:cubicBezTo>
                  <a:cubicBezTo>
                    <a:pt x="140" y="40"/>
                    <a:pt x="140" y="40"/>
                    <a:pt x="140" y="40"/>
                  </a:cubicBezTo>
                  <a:lnTo>
                    <a:pt x="140" y="49"/>
                  </a:lnTo>
                  <a:close/>
                  <a:moveTo>
                    <a:pt x="140" y="40"/>
                  </a:moveTo>
                  <a:cubicBezTo>
                    <a:pt x="140" y="40"/>
                    <a:pt x="140" y="40"/>
                    <a:pt x="140" y="40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9" y="37"/>
                    <a:pt x="139" y="32"/>
                    <a:pt x="139" y="32"/>
                  </a:cubicBezTo>
                  <a:cubicBezTo>
                    <a:pt x="139" y="32"/>
                    <a:pt x="138" y="32"/>
                    <a:pt x="137" y="32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0" y="31"/>
                    <a:pt x="140" y="31"/>
                    <a:pt x="140" y="31"/>
                  </a:cubicBezTo>
                  <a:lnTo>
                    <a:pt x="140" y="40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43" y="43"/>
                    <a:pt x="143" y="49"/>
                    <a:pt x="143" y="49"/>
                  </a:cubicBezTo>
                  <a:cubicBezTo>
                    <a:pt x="143" y="49"/>
                    <a:pt x="147" y="49"/>
                    <a:pt x="148" y="49"/>
                  </a:cubicBezTo>
                  <a:cubicBezTo>
                    <a:pt x="150" y="49"/>
                    <a:pt x="154" y="49"/>
                    <a:pt x="154" y="49"/>
                  </a:cubicBezTo>
                  <a:cubicBezTo>
                    <a:pt x="154" y="49"/>
                    <a:pt x="154" y="43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lnTo>
                    <a:pt x="155" y="49"/>
                  </a:lnTo>
                  <a:close/>
                  <a:moveTo>
                    <a:pt x="157" y="49"/>
                  </a:moveTo>
                  <a:cubicBezTo>
                    <a:pt x="157" y="49"/>
                    <a:pt x="157" y="49"/>
                    <a:pt x="157" y="49"/>
                  </a:cubicBezTo>
                  <a:cubicBezTo>
                    <a:pt x="155" y="49"/>
                    <a:pt x="155" y="49"/>
                    <a:pt x="155" y="49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7" y="40"/>
                    <a:pt x="157" y="40"/>
                    <a:pt x="157" y="40"/>
                  </a:cubicBezTo>
                  <a:lnTo>
                    <a:pt x="157" y="49"/>
                  </a:lnTo>
                  <a:close/>
                  <a:moveTo>
                    <a:pt x="157" y="40"/>
                  </a:moveTo>
                  <a:cubicBezTo>
                    <a:pt x="157" y="40"/>
                    <a:pt x="157" y="40"/>
                    <a:pt x="157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32"/>
                    <a:pt x="155" y="32"/>
                    <a:pt x="155" y="32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7" y="34"/>
                  </a:cubicBezTo>
                  <a:lnTo>
                    <a:pt x="157" y="40"/>
                  </a:lnTo>
                  <a:close/>
                  <a:moveTo>
                    <a:pt x="162" y="39"/>
                  </a:moveTo>
                  <a:cubicBezTo>
                    <a:pt x="162" y="39"/>
                    <a:pt x="162" y="39"/>
                    <a:pt x="162" y="39"/>
                  </a:cubicBezTo>
                  <a:cubicBezTo>
                    <a:pt x="162" y="39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9"/>
                  </a:lnTo>
                  <a:close/>
                  <a:moveTo>
                    <a:pt x="160" y="49"/>
                  </a:moveTo>
                  <a:cubicBezTo>
                    <a:pt x="160" y="49"/>
                    <a:pt x="160" y="49"/>
                    <a:pt x="160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60" y="40"/>
                    <a:pt x="160" y="40"/>
                    <a:pt x="160" y="40"/>
                  </a:cubicBezTo>
                  <a:lnTo>
                    <a:pt x="160" y="49"/>
                  </a:lnTo>
                  <a:close/>
                  <a:moveTo>
                    <a:pt x="160" y="40"/>
                  </a:moveTo>
                  <a:cubicBezTo>
                    <a:pt x="160" y="40"/>
                    <a:pt x="160" y="40"/>
                    <a:pt x="160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8" y="35"/>
                    <a:pt x="159" y="35"/>
                    <a:pt x="160" y="36"/>
                  </a:cubicBezTo>
                  <a:lnTo>
                    <a:pt x="160" y="40"/>
                  </a:lnTo>
                  <a:close/>
                  <a:moveTo>
                    <a:pt x="160" y="32"/>
                  </a:moveTo>
                  <a:cubicBezTo>
                    <a:pt x="160" y="32"/>
                    <a:pt x="160" y="32"/>
                    <a:pt x="160" y="32"/>
                  </a:cubicBezTo>
                  <a:cubicBezTo>
                    <a:pt x="159" y="32"/>
                    <a:pt x="158" y="32"/>
                    <a:pt x="157" y="32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2"/>
                    <a:pt x="160" y="32"/>
                    <a:pt x="160" y="32"/>
                  </a:cubicBezTo>
                  <a:close/>
                  <a:moveTo>
                    <a:pt x="162" y="49"/>
                  </a:moveTo>
                  <a:cubicBezTo>
                    <a:pt x="162" y="49"/>
                    <a:pt x="162" y="49"/>
                    <a:pt x="162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49"/>
                  </a:lnTo>
                  <a:close/>
                  <a:moveTo>
                    <a:pt x="162" y="40"/>
                  </a:moveTo>
                  <a:cubicBezTo>
                    <a:pt x="162" y="40"/>
                    <a:pt x="162" y="40"/>
                    <a:pt x="162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160" y="37"/>
                    <a:pt x="160" y="37"/>
                    <a:pt x="161" y="37"/>
                  </a:cubicBezTo>
                  <a:cubicBezTo>
                    <a:pt x="161" y="38"/>
                    <a:pt x="161" y="38"/>
                    <a:pt x="162" y="39"/>
                  </a:cubicBezTo>
                  <a:lnTo>
                    <a:pt x="162" y="40"/>
                  </a:lnTo>
                  <a:close/>
                  <a:moveTo>
                    <a:pt x="162" y="32"/>
                  </a:moveTo>
                  <a:cubicBezTo>
                    <a:pt x="162" y="32"/>
                    <a:pt x="162" y="32"/>
                    <a:pt x="162" y="32"/>
                  </a:cubicBezTo>
                  <a:cubicBezTo>
                    <a:pt x="161" y="32"/>
                    <a:pt x="160" y="32"/>
                    <a:pt x="160" y="32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2" y="32"/>
                    <a:pt x="162" y="32"/>
                    <a:pt x="162" y="32"/>
                  </a:cubicBezTo>
                  <a:close/>
                  <a:moveTo>
                    <a:pt x="175" y="49"/>
                  </a:moveTo>
                  <a:cubicBezTo>
                    <a:pt x="175" y="49"/>
                    <a:pt x="175" y="49"/>
                    <a:pt x="175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2" y="40"/>
                    <a:pt x="162" y="40"/>
                    <a:pt x="162" y="40"/>
                  </a:cubicBezTo>
                  <a:cubicBezTo>
                    <a:pt x="164" y="44"/>
                    <a:pt x="165" y="49"/>
                    <a:pt x="165" y="49"/>
                  </a:cubicBezTo>
                  <a:cubicBezTo>
                    <a:pt x="165" y="49"/>
                    <a:pt x="167" y="49"/>
                    <a:pt x="169" y="49"/>
                  </a:cubicBezTo>
                  <a:cubicBezTo>
                    <a:pt x="170" y="49"/>
                    <a:pt x="174" y="49"/>
                    <a:pt x="175" y="49"/>
                  </a:cubicBezTo>
                  <a:close/>
                  <a:moveTo>
                    <a:pt x="175" y="48"/>
                  </a:moveTo>
                  <a:cubicBezTo>
                    <a:pt x="175" y="48"/>
                    <a:pt x="175" y="48"/>
                    <a:pt x="175" y="48"/>
                  </a:cubicBezTo>
                  <a:cubicBezTo>
                    <a:pt x="175" y="46"/>
                    <a:pt x="174" y="43"/>
                    <a:pt x="174" y="41"/>
                  </a:cubicBezTo>
                  <a:cubicBezTo>
                    <a:pt x="174" y="41"/>
                    <a:pt x="174" y="41"/>
                    <a:pt x="174" y="40"/>
                  </a:cubicBezTo>
                  <a:cubicBezTo>
                    <a:pt x="175" y="40"/>
                    <a:pt x="175" y="40"/>
                    <a:pt x="175" y="40"/>
                  </a:cubicBezTo>
                  <a:lnTo>
                    <a:pt x="175" y="48"/>
                  </a:lnTo>
                  <a:close/>
                  <a:moveTo>
                    <a:pt x="175" y="40"/>
                  </a:moveTo>
                  <a:cubicBezTo>
                    <a:pt x="175" y="40"/>
                    <a:pt x="175" y="40"/>
                    <a:pt x="175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4" y="37"/>
                    <a:pt x="173" y="32"/>
                    <a:pt x="173" y="32"/>
                  </a:cubicBezTo>
                  <a:cubicBezTo>
                    <a:pt x="173" y="32"/>
                    <a:pt x="167" y="32"/>
                    <a:pt x="163" y="32"/>
                  </a:cubicBezTo>
                  <a:cubicBezTo>
                    <a:pt x="163" y="32"/>
                    <a:pt x="162" y="32"/>
                    <a:pt x="162" y="32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5" y="33"/>
                    <a:pt x="175" y="33"/>
                    <a:pt x="175" y="33"/>
                  </a:cubicBezTo>
                  <a:lnTo>
                    <a:pt x="175" y="40"/>
                  </a:lnTo>
                  <a:close/>
                  <a:moveTo>
                    <a:pt x="177" y="49"/>
                  </a:moveTo>
                  <a:cubicBezTo>
                    <a:pt x="177" y="49"/>
                    <a:pt x="177" y="49"/>
                    <a:pt x="177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7" y="40"/>
                    <a:pt x="177" y="40"/>
                    <a:pt x="177" y="40"/>
                  </a:cubicBezTo>
                  <a:lnTo>
                    <a:pt x="177" y="49"/>
                  </a:lnTo>
                  <a:close/>
                  <a:moveTo>
                    <a:pt x="177" y="40"/>
                  </a:moveTo>
                  <a:cubicBezTo>
                    <a:pt x="177" y="40"/>
                    <a:pt x="177" y="40"/>
                    <a:pt x="177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7" y="33"/>
                    <a:pt x="177" y="33"/>
                    <a:pt x="177" y="33"/>
                  </a:cubicBezTo>
                  <a:lnTo>
                    <a:pt x="177" y="40"/>
                  </a:lnTo>
                  <a:close/>
                  <a:moveTo>
                    <a:pt x="179" y="49"/>
                  </a:moveTo>
                  <a:cubicBezTo>
                    <a:pt x="179" y="49"/>
                    <a:pt x="179" y="49"/>
                    <a:pt x="179" y="49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49"/>
                  </a:lnTo>
                  <a:close/>
                  <a:moveTo>
                    <a:pt x="179" y="40"/>
                  </a:moveTo>
                  <a:cubicBezTo>
                    <a:pt x="179" y="40"/>
                    <a:pt x="179" y="40"/>
                    <a:pt x="179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7" y="33"/>
                    <a:pt x="177" y="33"/>
                    <a:pt x="177" y="33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79" y="40"/>
                  </a:lnTo>
                  <a:close/>
                  <a:moveTo>
                    <a:pt x="181" y="49"/>
                  </a:moveTo>
                  <a:cubicBezTo>
                    <a:pt x="181" y="49"/>
                    <a:pt x="181" y="49"/>
                    <a:pt x="181" y="49"/>
                  </a:cubicBezTo>
                  <a:cubicBezTo>
                    <a:pt x="179" y="49"/>
                    <a:pt x="179" y="49"/>
                    <a:pt x="179" y="49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81" y="40"/>
                    <a:pt x="181" y="40"/>
                    <a:pt x="181" y="40"/>
                  </a:cubicBezTo>
                  <a:lnTo>
                    <a:pt x="181" y="49"/>
                  </a:lnTo>
                  <a:close/>
                  <a:moveTo>
                    <a:pt x="181" y="40"/>
                  </a:moveTo>
                  <a:cubicBezTo>
                    <a:pt x="181" y="40"/>
                    <a:pt x="181" y="40"/>
                    <a:pt x="181" y="40"/>
                  </a:cubicBezTo>
                  <a:cubicBezTo>
                    <a:pt x="179" y="40"/>
                    <a:pt x="179" y="40"/>
                    <a:pt x="179" y="40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181" y="32"/>
                    <a:pt x="181" y="32"/>
                    <a:pt x="181" y="32"/>
                  </a:cubicBezTo>
                  <a:lnTo>
                    <a:pt x="18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888" y="4158"/>
              <a:ext cx="435" cy="136"/>
            </a:xfrm>
            <a:custGeom>
              <a:avLst/>
              <a:gdLst>
                <a:gd name="T0" fmla="*/ 46 w 168"/>
                <a:gd name="T1" fmla="*/ 51 h 51"/>
                <a:gd name="T2" fmla="*/ 61 w 168"/>
                <a:gd name="T3" fmla="*/ 38 h 51"/>
                <a:gd name="T4" fmla="*/ 16 w 168"/>
                <a:gd name="T5" fmla="*/ 51 h 51"/>
                <a:gd name="T6" fmla="*/ 70 w 168"/>
                <a:gd name="T7" fmla="*/ 12 h 51"/>
                <a:gd name="T8" fmla="*/ 55 w 168"/>
                <a:gd name="T9" fmla="*/ 37 h 51"/>
                <a:gd name="T10" fmla="*/ 45 w 168"/>
                <a:gd name="T11" fmla="*/ 34 h 51"/>
                <a:gd name="T12" fmla="*/ 28 w 168"/>
                <a:gd name="T13" fmla="*/ 8 h 51"/>
                <a:gd name="T14" fmla="*/ 50 w 168"/>
                <a:gd name="T15" fmla="*/ 9 h 51"/>
                <a:gd name="T16" fmla="*/ 76 w 168"/>
                <a:gd name="T17" fmla="*/ 13 h 51"/>
                <a:gd name="T18" fmla="*/ 90 w 168"/>
                <a:gd name="T19" fmla="*/ 17 h 51"/>
                <a:gd name="T20" fmla="*/ 101 w 168"/>
                <a:gd name="T21" fmla="*/ 20 h 51"/>
                <a:gd name="T22" fmla="*/ 106 w 168"/>
                <a:gd name="T23" fmla="*/ 22 h 51"/>
                <a:gd name="T24" fmla="*/ 110 w 168"/>
                <a:gd name="T25" fmla="*/ 39 h 51"/>
                <a:gd name="T26" fmla="*/ 121 w 168"/>
                <a:gd name="T27" fmla="*/ 29 h 51"/>
                <a:gd name="T28" fmla="*/ 10 w 168"/>
                <a:gd name="T29" fmla="*/ 38 h 51"/>
                <a:gd name="T30" fmla="*/ 19 w 168"/>
                <a:gd name="T31" fmla="*/ 8 h 51"/>
                <a:gd name="T32" fmla="*/ 2 w 168"/>
                <a:gd name="T33" fmla="*/ 12 h 51"/>
                <a:gd name="T34" fmla="*/ 5 w 168"/>
                <a:gd name="T35" fmla="*/ 10 h 51"/>
                <a:gd name="T36" fmla="*/ 57 w 168"/>
                <a:gd name="T37" fmla="*/ 10 h 51"/>
                <a:gd name="T38" fmla="*/ 139 w 168"/>
                <a:gd name="T39" fmla="*/ 41 h 51"/>
                <a:gd name="T40" fmla="*/ 115 w 168"/>
                <a:gd name="T41" fmla="*/ 39 h 51"/>
                <a:gd name="T42" fmla="*/ 107 w 168"/>
                <a:gd name="T43" fmla="*/ 43 h 51"/>
                <a:gd name="T44" fmla="*/ 97 w 168"/>
                <a:gd name="T45" fmla="*/ 40 h 51"/>
                <a:gd name="T46" fmla="*/ 84 w 168"/>
                <a:gd name="T47" fmla="*/ 40 h 51"/>
                <a:gd name="T48" fmla="*/ 67 w 168"/>
                <a:gd name="T49" fmla="*/ 39 h 51"/>
                <a:gd name="T50" fmla="*/ 142 w 168"/>
                <a:gd name="T51" fmla="*/ 42 h 51"/>
                <a:gd name="T52" fmla="*/ 140 w 168"/>
                <a:gd name="T53" fmla="*/ 49 h 51"/>
                <a:gd name="T54" fmla="*/ 142 w 168"/>
                <a:gd name="T55" fmla="*/ 49 h 51"/>
                <a:gd name="T56" fmla="*/ 118 w 168"/>
                <a:gd name="T57" fmla="*/ 43 h 51"/>
                <a:gd name="T58" fmla="*/ 115 w 168"/>
                <a:gd name="T59" fmla="*/ 43 h 51"/>
                <a:gd name="T60" fmla="*/ 109 w 168"/>
                <a:gd name="T61" fmla="*/ 44 h 51"/>
                <a:gd name="T62" fmla="*/ 95 w 168"/>
                <a:gd name="T63" fmla="*/ 44 h 51"/>
                <a:gd name="T64" fmla="*/ 75 w 168"/>
                <a:gd name="T65" fmla="*/ 49 h 51"/>
                <a:gd name="T66" fmla="*/ 91 w 168"/>
                <a:gd name="T67" fmla="*/ 50 h 51"/>
                <a:gd name="T68" fmla="*/ 99 w 168"/>
                <a:gd name="T69" fmla="*/ 50 h 51"/>
                <a:gd name="T70" fmla="*/ 107 w 168"/>
                <a:gd name="T71" fmla="*/ 47 h 51"/>
                <a:gd name="T72" fmla="*/ 110 w 168"/>
                <a:gd name="T73" fmla="*/ 50 h 51"/>
                <a:gd name="T74" fmla="*/ 113 w 168"/>
                <a:gd name="T75" fmla="*/ 50 h 51"/>
                <a:gd name="T76" fmla="*/ 116 w 168"/>
                <a:gd name="T77" fmla="*/ 49 h 51"/>
                <a:gd name="T78" fmla="*/ 120 w 168"/>
                <a:gd name="T79" fmla="*/ 47 h 51"/>
                <a:gd name="T80" fmla="*/ 124 w 168"/>
                <a:gd name="T81" fmla="*/ 49 h 51"/>
                <a:gd name="T82" fmla="*/ 127 w 168"/>
                <a:gd name="T83" fmla="*/ 50 h 51"/>
                <a:gd name="T84" fmla="*/ 128 w 168"/>
                <a:gd name="T85" fmla="*/ 49 h 51"/>
                <a:gd name="T86" fmla="*/ 128 w 168"/>
                <a:gd name="T87" fmla="*/ 47 h 51"/>
                <a:gd name="T88" fmla="*/ 129 w 168"/>
                <a:gd name="T89" fmla="*/ 45 h 51"/>
                <a:gd name="T90" fmla="*/ 74 w 168"/>
                <a:gd name="T91" fmla="*/ 50 h 51"/>
                <a:gd name="T92" fmla="*/ 132 w 168"/>
                <a:gd name="T93" fmla="*/ 45 h 51"/>
                <a:gd name="T94" fmla="*/ 140 w 168"/>
                <a:gd name="T95" fmla="*/ 43 h 51"/>
                <a:gd name="T96" fmla="*/ 135 w 168"/>
                <a:gd name="T97" fmla="*/ 50 h 51"/>
                <a:gd name="T98" fmla="*/ 137 w 168"/>
                <a:gd name="T99" fmla="*/ 47 h 51"/>
                <a:gd name="T100" fmla="*/ 139 w 168"/>
                <a:gd name="T101" fmla="*/ 49 h 51"/>
                <a:gd name="T102" fmla="*/ 139 w 168"/>
                <a:gd name="T103" fmla="*/ 48 h 51"/>
                <a:gd name="T104" fmla="*/ 144 w 168"/>
                <a:gd name="T105" fmla="*/ 45 h 51"/>
                <a:gd name="T106" fmla="*/ 144 w 168"/>
                <a:gd name="T107" fmla="*/ 45 h 51"/>
                <a:gd name="T108" fmla="*/ 148 w 168"/>
                <a:gd name="T109" fmla="*/ 49 h 51"/>
                <a:gd name="T110" fmla="*/ 151 w 168"/>
                <a:gd name="T111" fmla="*/ 46 h 51"/>
                <a:gd name="T112" fmla="*/ 152 w 168"/>
                <a:gd name="T113" fmla="*/ 49 h 51"/>
                <a:gd name="T114" fmla="*/ 157 w 168"/>
                <a:gd name="T115" fmla="*/ 49 h 51"/>
                <a:gd name="T116" fmla="*/ 159 w 168"/>
                <a:gd name="T117" fmla="*/ 49 h 51"/>
                <a:gd name="T118" fmla="*/ 161 w 168"/>
                <a:gd name="T119" fmla="*/ 48 h 51"/>
                <a:gd name="T120" fmla="*/ 117 w 168"/>
                <a:gd name="T121" fmla="*/ 39 h 51"/>
                <a:gd name="T122" fmla="*/ 26 w 168"/>
                <a:gd name="T123" fmla="*/ 51 h 51"/>
                <a:gd name="T124" fmla="*/ 35 w 168"/>
                <a:gd name="T12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8" h="51">
                  <a:moveTo>
                    <a:pt x="26" y="51"/>
                  </a:move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9" y="51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9" y="51"/>
                    <a:pt x="29" y="51"/>
                    <a:pt x="29" y="51"/>
                  </a:cubicBezTo>
                  <a:close/>
                  <a:moveTo>
                    <a:pt x="39" y="51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39" y="51"/>
                    <a:pt x="39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73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3" y="13"/>
                    <a:pt x="73" y="13"/>
                    <a:pt x="73" y="13"/>
                  </a:cubicBezTo>
                  <a:lnTo>
                    <a:pt x="73" y="39"/>
                  </a:ln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1"/>
                    <a:pt x="45" y="51"/>
                    <a:pt x="45" y="51"/>
                  </a:cubicBezTo>
                  <a:close/>
                  <a:moveTo>
                    <a:pt x="61" y="51"/>
                  </a:move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1" y="51"/>
                    <a:pt x="61" y="51"/>
                    <a:pt x="61" y="51"/>
                  </a:cubicBezTo>
                  <a:close/>
                  <a:moveTo>
                    <a:pt x="50" y="51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0" y="51"/>
                  </a:cubicBezTo>
                  <a:close/>
                  <a:moveTo>
                    <a:pt x="22" y="51"/>
                  </a:move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lose/>
                  <a:moveTo>
                    <a:pt x="82" y="39"/>
                  </a:moveTo>
                  <a:cubicBezTo>
                    <a:pt x="82" y="39"/>
                    <a:pt x="82" y="39"/>
                    <a:pt x="82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lnTo>
                    <a:pt x="82" y="39"/>
                  </a:lnTo>
                  <a:close/>
                  <a:moveTo>
                    <a:pt x="80" y="39"/>
                  </a:move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0" y="14"/>
                    <a:pt x="80" y="14"/>
                    <a:pt x="80" y="14"/>
                  </a:cubicBezTo>
                  <a:lnTo>
                    <a:pt x="80" y="39"/>
                  </a:lnTo>
                  <a:close/>
                  <a:moveTo>
                    <a:pt x="61" y="38"/>
                  </a:moveTo>
                  <a:cubicBezTo>
                    <a:pt x="61" y="38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0" y="10"/>
                    <a:pt x="60" y="10"/>
                    <a:pt x="60" y="10"/>
                  </a:cubicBezTo>
                  <a:lnTo>
                    <a:pt x="61" y="38"/>
                  </a:lnTo>
                  <a:close/>
                  <a:moveTo>
                    <a:pt x="71" y="39"/>
                  </a:moveTo>
                  <a:cubicBezTo>
                    <a:pt x="71" y="39"/>
                    <a:pt x="71" y="39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1" y="12"/>
                    <a:pt x="71" y="12"/>
                    <a:pt x="71" y="12"/>
                  </a:cubicBezTo>
                  <a:lnTo>
                    <a:pt x="71" y="39"/>
                  </a:lnTo>
                  <a:close/>
                  <a:moveTo>
                    <a:pt x="95" y="40"/>
                  </a:moveTo>
                  <a:cubicBezTo>
                    <a:pt x="95" y="40"/>
                    <a:pt x="95" y="40"/>
                    <a:pt x="95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5" y="40"/>
                  </a:ln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6" y="51"/>
                  </a:cubicBezTo>
                  <a:close/>
                  <a:moveTo>
                    <a:pt x="16" y="51"/>
                  </a:move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6" y="51"/>
                  </a:lnTo>
                  <a:close/>
                  <a:moveTo>
                    <a:pt x="120" y="39"/>
                  </a:move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1" y="38"/>
                    <a:pt x="121" y="38"/>
                    <a:pt x="121" y="38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3"/>
                    <a:pt x="122" y="36"/>
                    <a:pt x="121" y="37"/>
                  </a:cubicBezTo>
                  <a:cubicBezTo>
                    <a:pt x="121" y="38"/>
                    <a:pt x="121" y="39"/>
                    <a:pt x="120" y="39"/>
                  </a:cubicBezTo>
                  <a:close/>
                  <a:moveTo>
                    <a:pt x="18" y="51"/>
                  </a:move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lose/>
                  <a:moveTo>
                    <a:pt x="69" y="39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9" y="11"/>
                    <a:pt x="69" y="11"/>
                    <a:pt x="69" y="11"/>
                  </a:cubicBezTo>
                  <a:lnTo>
                    <a:pt x="69" y="39"/>
                  </a:lnTo>
                  <a:close/>
                  <a:moveTo>
                    <a:pt x="117" y="37"/>
                  </a:moveTo>
                  <a:cubicBezTo>
                    <a:pt x="117" y="37"/>
                    <a:pt x="117" y="37"/>
                    <a:pt x="117" y="37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lnTo>
                    <a:pt x="117" y="37"/>
                  </a:lnTo>
                  <a:close/>
                  <a:moveTo>
                    <a:pt x="115" y="39"/>
                  </a:moveTo>
                  <a:cubicBezTo>
                    <a:pt x="115" y="39"/>
                    <a:pt x="115" y="39"/>
                    <a:pt x="115" y="39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lose/>
                  <a:moveTo>
                    <a:pt x="114" y="39"/>
                  </a:moveTo>
                  <a:cubicBezTo>
                    <a:pt x="114" y="39"/>
                    <a:pt x="114" y="39"/>
                    <a:pt x="114" y="39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lose/>
                  <a:moveTo>
                    <a:pt x="119" y="34"/>
                  </a:moveTo>
                  <a:cubicBezTo>
                    <a:pt x="119" y="34"/>
                    <a:pt x="119" y="34"/>
                    <a:pt x="119" y="34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lnTo>
                    <a:pt x="119" y="34"/>
                  </a:lnTo>
                  <a:close/>
                  <a:moveTo>
                    <a:pt x="14" y="37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5" y="36"/>
                    <a:pt x="17" y="35"/>
                  </a:cubicBezTo>
                  <a:cubicBezTo>
                    <a:pt x="20" y="35"/>
                    <a:pt x="30" y="34"/>
                    <a:pt x="46" y="36"/>
                  </a:cubicBezTo>
                  <a:cubicBezTo>
                    <a:pt x="47" y="36"/>
                    <a:pt x="48" y="36"/>
                    <a:pt x="49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2" y="37"/>
                    <a:pt x="54" y="37"/>
                    <a:pt x="55" y="37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3"/>
                    <a:pt x="77" y="13"/>
                    <a:pt x="7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39"/>
                    <a:pt x="103" y="39"/>
                    <a:pt x="103" y="40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9"/>
                    <a:pt x="120" y="29"/>
                    <a:pt x="120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2" y="29"/>
                    <a:pt x="122" y="29"/>
                    <a:pt x="122" y="29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1"/>
                    <a:pt x="122" y="31"/>
                    <a:pt x="122" y="31"/>
                  </a:cubicBezTo>
                  <a:cubicBezTo>
                    <a:pt x="122" y="30"/>
                    <a:pt x="122" y="29"/>
                    <a:pt x="122" y="28"/>
                  </a:cubicBezTo>
                  <a:cubicBezTo>
                    <a:pt x="121" y="27"/>
                    <a:pt x="120" y="26"/>
                    <a:pt x="119" y="25"/>
                  </a:cubicBezTo>
                  <a:cubicBezTo>
                    <a:pt x="114" y="20"/>
                    <a:pt x="97" y="15"/>
                    <a:pt x="88" y="12"/>
                  </a:cubicBezTo>
                  <a:cubicBezTo>
                    <a:pt x="80" y="9"/>
                    <a:pt x="57" y="3"/>
                    <a:pt x="36" y="2"/>
                  </a:cubicBezTo>
                  <a:cubicBezTo>
                    <a:pt x="16" y="0"/>
                    <a:pt x="7" y="3"/>
                    <a:pt x="4" y="5"/>
                  </a:cubicBezTo>
                  <a:cubicBezTo>
                    <a:pt x="1" y="7"/>
                    <a:pt x="2" y="9"/>
                    <a:pt x="2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9" y="36"/>
                    <a:pt x="10" y="38"/>
                  </a:cubicBezTo>
                  <a:cubicBezTo>
                    <a:pt x="11" y="40"/>
                    <a:pt x="13" y="41"/>
                    <a:pt x="13" y="4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2" y="40"/>
                    <a:pt x="11" y="39"/>
                  </a:cubicBezTo>
                  <a:cubicBezTo>
                    <a:pt x="10" y="37"/>
                    <a:pt x="14" y="36"/>
                    <a:pt x="15" y="36"/>
                  </a:cubicBezTo>
                  <a:cubicBezTo>
                    <a:pt x="15" y="36"/>
                    <a:pt x="14" y="37"/>
                    <a:pt x="13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29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lnTo>
                    <a:pt x="29" y="34"/>
                  </a:lnTo>
                  <a:close/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7"/>
                    <a:pt x="19" y="7"/>
                    <a:pt x="19" y="7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9" y="8"/>
                    <a:pt x="19" y="8"/>
                    <a:pt x="19" y="8"/>
                  </a:cubicBezTo>
                  <a:close/>
                  <a:moveTo>
                    <a:pt x="18" y="8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6" y="7"/>
                    <a:pt x="16" y="7"/>
                    <a:pt x="16" y="7"/>
                  </a:cubicBezTo>
                  <a:lnTo>
                    <a:pt x="18" y="8"/>
                  </a:ln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4" y="7"/>
                    <a:pt x="14" y="7"/>
                    <a:pt x="14" y="7"/>
                  </a:cubicBezTo>
                  <a:lnTo>
                    <a:pt x="16" y="8"/>
                  </a:lnTo>
                  <a:close/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lose/>
                  <a:moveTo>
                    <a:pt x="11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11" y="8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lose/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lnTo>
                    <a:pt x="1" y="12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4"/>
                    <a:pt x="2" y="14"/>
                    <a:pt x="2" y="14"/>
                  </a:cubicBezTo>
                  <a:lnTo>
                    <a:pt x="2" y="11"/>
                  </a:lnTo>
                  <a:close/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8"/>
                    <a:pt x="4" y="18"/>
                    <a:pt x="4" y="18"/>
                  </a:cubicBezTo>
                  <a:lnTo>
                    <a:pt x="2" y="11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3" y="10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4" y="10"/>
                  </a:lnTo>
                  <a:close/>
                  <a:moveTo>
                    <a:pt x="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3" y="36"/>
                    <a:pt x="13" y="36"/>
                    <a:pt x="13" y="36"/>
                  </a:cubicBezTo>
                  <a:lnTo>
                    <a:pt x="5" y="9"/>
                  </a:lnTo>
                  <a:close/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4" y="35"/>
                    <a:pt x="14" y="35"/>
                    <a:pt x="14" y="35"/>
                  </a:cubicBezTo>
                  <a:lnTo>
                    <a:pt x="6" y="9"/>
                  </a:lnTo>
                  <a:close/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6" y="35"/>
                    <a:pt x="16" y="35"/>
                    <a:pt x="16" y="35"/>
                  </a:cubicBezTo>
                  <a:lnTo>
                    <a:pt x="8" y="9"/>
                  </a:ln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lnTo>
                    <a:pt x="115" y="29"/>
                  </a:lnTo>
                  <a:close/>
                  <a:moveTo>
                    <a:pt x="55" y="37"/>
                  </a:moveTo>
                  <a:cubicBezTo>
                    <a:pt x="55" y="37"/>
                    <a:pt x="55" y="37"/>
                    <a:pt x="55" y="37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3" y="37"/>
                    <a:pt x="52" y="37"/>
                    <a:pt x="50" y="37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5" y="51"/>
                    <a:pt x="58" y="51"/>
                    <a:pt x="61" y="51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0" y="38"/>
                    <a:pt x="58" y="38"/>
                    <a:pt x="55" y="37"/>
                  </a:cubicBezTo>
                  <a:close/>
                  <a:moveTo>
                    <a:pt x="57" y="10"/>
                  </a:moveTo>
                  <a:cubicBezTo>
                    <a:pt x="57" y="10"/>
                    <a:pt x="57" y="10"/>
                    <a:pt x="57" y="1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8" y="37"/>
                    <a:pt x="60" y="38"/>
                    <a:pt x="61" y="38"/>
                  </a:cubicBezTo>
                  <a:cubicBezTo>
                    <a:pt x="59" y="10"/>
                    <a:pt x="59" y="10"/>
                    <a:pt x="59" y="10"/>
                  </a:cubicBezTo>
                  <a:lnTo>
                    <a:pt x="57" y="10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42"/>
                    <a:pt x="146" y="42"/>
                    <a:pt x="145" y="42"/>
                  </a:cubicBezTo>
                  <a:cubicBezTo>
                    <a:pt x="144" y="42"/>
                    <a:pt x="143" y="42"/>
                    <a:pt x="143" y="42"/>
                  </a:cubicBezTo>
                  <a:cubicBezTo>
                    <a:pt x="143" y="41"/>
                    <a:pt x="143" y="41"/>
                    <a:pt x="143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1" y="41"/>
                    <a:pt x="141" y="41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9" y="41"/>
                    <a:pt x="139" y="41"/>
                    <a:pt x="138" y="41"/>
                  </a:cubicBezTo>
                  <a:cubicBezTo>
                    <a:pt x="136" y="41"/>
                    <a:pt x="133" y="41"/>
                    <a:pt x="129" y="41"/>
                  </a:cubicBezTo>
                  <a:cubicBezTo>
                    <a:pt x="128" y="41"/>
                    <a:pt x="124" y="41"/>
                    <a:pt x="119" y="42"/>
                  </a:cubicBezTo>
                  <a:cubicBezTo>
                    <a:pt x="120" y="41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42"/>
                    <a:pt x="115" y="42"/>
                    <a:pt x="114" y="42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2" y="39"/>
                    <a:pt x="112" y="40"/>
                    <a:pt x="112" y="39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8" y="40"/>
                    <a:pt x="108" y="40"/>
                    <a:pt x="108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7" y="40"/>
                    <a:pt x="107" y="40"/>
                    <a:pt x="107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104" y="43"/>
                    <a:pt x="104" y="43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3"/>
                    <a:pt x="102" y="43"/>
                    <a:pt x="102" y="43"/>
                  </a:cubicBezTo>
                  <a:cubicBezTo>
                    <a:pt x="102" y="43"/>
                    <a:pt x="101" y="43"/>
                    <a:pt x="101" y="43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44"/>
                    <a:pt x="95" y="44"/>
                    <a:pt x="95" y="44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5"/>
                    <a:pt x="92" y="45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1" y="40"/>
                    <a:pt x="81" y="40"/>
                    <a:pt x="81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8"/>
                    <a:pt x="62" y="38"/>
                    <a:pt x="61" y="38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3" y="51"/>
                    <a:pt x="64" y="51"/>
                    <a:pt x="64" y="51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69" y="51"/>
                    <a:pt x="71" y="51"/>
                    <a:pt x="74" y="50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81" y="51"/>
                    <a:pt x="81" y="51"/>
                    <a:pt x="81" y="51"/>
                  </a:cubicBezTo>
                  <a:cubicBezTo>
                    <a:pt x="81" y="51"/>
                    <a:pt x="82" y="51"/>
                    <a:pt x="82" y="51"/>
                  </a:cubicBezTo>
                  <a:cubicBezTo>
                    <a:pt x="86" y="51"/>
                    <a:pt x="97" y="51"/>
                    <a:pt x="103" y="51"/>
                  </a:cubicBezTo>
                  <a:cubicBezTo>
                    <a:pt x="110" y="51"/>
                    <a:pt x="131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2" y="50"/>
                    <a:pt x="132" y="50"/>
                  </a:cubicBezTo>
                  <a:cubicBezTo>
                    <a:pt x="132" y="50"/>
                    <a:pt x="134" y="48"/>
                    <a:pt x="136" y="47"/>
                  </a:cubicBezTo>
                  <a:cubicBezTo>
                    <a:pt x="138" y="45"/>
                    <a:pt x="139" y="45"/>
                    <a:pt x="139" y="44"/>
                  </a:cubicBezTo>
                  <a:cubicBezTo>
                    <a:pt x="140" y="44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40" y="42"/>
                    <a:pt x="140" y="42"/>
                    <a:pt x="141" y="42"/>
                  </a:cubicBezTo>
                  <a:cubicBezTo>
                    <a:pt x="141" y="42"/>
                    <a:pt x="141" y="41"/>
                    <a:pt x="141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1" y="43"/>
                    <a:pt x="139" y="45"/>
                    <a:pt x="137" y="46"/>
                  </a:cubicBezTo>
                  <a:cubicBezTo>
                    <a:pt x="135" y="47"/>
                    <a:pt x="132" y="50"/>
                    <a:pt x="132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3" y="50"/>
                    <a:pt x="133" y="50"/>
                    <a:pt x="133" y="50"/>
                  </a:cubicBezTo>
                  <a:cubicBezTo>
                    <a:pt x="133" y="50"/>
                    <a:pt x="134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50"/>
                    <a:pt x="136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38" y="50"/>
                    <a:pt x="140" y="50"/>
                    <a:pt x="143" y="50"/>
                  </a:cubicBezTo>
                  <a:cubicBezTo>
                    <a:pt x="147" y="50"/>
                    <a:pt x="152" y="50"/>
                    <a:pt x="152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1" y="50"/>
                    <a:pt x="141" y="50"/>
                    <a:pt x="141" y="50"/>
                  </a:cubicBez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1" y="45"/>
                    <a:pt x="141" y="44"/>
                    <a:pt x="141" y="44"/>
                  </a:cubicBezTo>
                  <a:cubicBezTo>
                    <a:pt x="141" y="44"/>
                    <a:pt x="142" y="44"/>
                    <a:pt x="142" y="44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2" y="48"/>
                    <a:pt x="142" y="48"/>
                    <a:pt x="142" y="48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2" y="49"/>
                    <a:pt x="142" y="49"/>
                    <a:pt x="142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68" y="49"/>
                    <a:pt x="168" y="49"/>
                    <a:pt x="168" y="49"/>
                  </a:cubicBezTo>
                  <a:lnTo>
                    <a:pt x="166" y="48"/>
                  </a:lnTo>
                  <a:close/>
                  <a:moveTo>
                    <a:pt x="119" y="43"/>
                  </a:move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3"/>
                    <a:pt x="119" y="43"/>
                  </a:cubicBezTo>
                  <a:close/>
                  <a:moveTo>
                    <a:pt x="118" y="42"/>
                  </a:moveTo>
                  <a:cubicBezTo>
                    <a:pt x="118" y="42"/>
                    <a:pt x="118" y="42"/>
                    <a:pt x="118" y="42"/>
                  </a:cubicBezTo>
                  <a:cubicBezTo>
                    <a:pt x="118" y="42"/>
                    <a:pt x="118" y="42"/>
                    <a:pt x="118" y="42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lnTo>
                    <a:pt x="118" y="42"/>
                  </a:lnTo>
                  <a:close/>
                  <a:moveTo>
                    <a:pt x="118" y="43"/>
                  </a:move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8" y="43"/>
                  </a:lnTo>
                  <a:close/>
                  <a:moveTo>
                    <a:pt x="117" y="42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lnTo>
                    <a:pt x="117" y="42"/>
                  </a:lnTo>
                  <a:close/>
                  <a:moveTo>
                    <a:pt x="117" y="43"/>
                  </a:move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lose/>
                  <a:moveTo>
                    <a:pt x="116" y="42"/>
                  </a:move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5" y="43"/>
                  </a:cubicBezTo>
                  <a:lnTo>
                    <a:pt x="116" y="42"/>
                  </a:lnTo>
                  <a:close/>
                  <a:moveTo>
                    <a:pt x="115" y="43"/>
                  </a:moveTo>
                  <a:cubicBezTo>
                    <a:pt x="115" y="43"/>
                    <a:pt x="115" y="43"/>
                    <a:pt x="115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5" y="43"/>
                    <a:pt x="115" y="43"/>
                    <a:pt x="115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2"/>
                    <a:pt x="115" y="42"/>
                    <a:pt x="115" y="42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3"/>
                    <a:pt x="114" y="43"/>
                    <a:pt x="114" y="43"/>
                  </a:cubicBezTo>
                  <a:close/>
                  <a:moveTo>
                    <a:pt x="114" y="43"/>
                  </a:moveTo>
                  <a:cubicBezTo>
                    <a:pt x="114" y="43"/>
                    <a:pt x="114" y="43"/>
                    <a:pt x="114" y="43"/>
                  </a:cubicBezTo>
                  <a:cubicBezTo>
                    <a:pt x="114" y="43"/>
                    <a:pt x="115" y="43"/>
                    <a:pt x="115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4" y="43"/>
                    <a:pt x="114" y="43"/>
                    <a:pt x="114" y="43"/>
                  </a:cubicBezTo>
                  <a:close/>
                  <a:moveTo>
                    <a:pt x="113" y="43"/>
                  </a:move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3" y="44"/>
                    <a:pt x="113" y="44"/>
                    <a:pt x="112" y="44"/>
                  </a:cubicBezTo>
                  <a:lnTo>
                    <a:pt x="113" y="43"/>
                  </a:lnTo>
                  <a:close/>
                  <a:moveTo>
                    <a:pt x="112" y="44"/>
                  </a:moveTo>
                  <a:cubicBezTo>
                    <a:pt x="112" y="44"/>
                    <a:pt x="112" y="44"/>
                    <a:pt x="112" y="44"/>
                  </a:cubicBezTo>
                  <a:cubicBezTo>
                    <a:pt x="113" y="44"/>
                    <a:pt x="113" y="44"/>
                    <a:pt x="113" y="44"/>
                  </a:cubicBezTo>
                  <a:cubicBezTo>
                    <a:pt x="112" y="44"/>
                    <a:pt x="112" y="44"/>
                    <a:pt x="112" y="44"/>
                  </a:cubicBezTo>
                  <a:close/>
                  <a:moveTo>
                    <a:pt x="111" y="43"/>
                  </a:moveTo>
                  <a:cubicBezTo>
                    <a:pt x="111" y="43"/>
                    <a:pt x="111" y="43"/>
                    <a:pt x="111" y="43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lnTo>
                    <a:pt x="111" y="43"/>
                  </a:lnTo>
                  <a:close/>
                  <a:moveTo>
                    <a:pt x="111" y="44"/>
                  </a:move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1" y="44"/>
                    <a:pt x="111" y="44"/>
                    <a:pt x="111" y="44"/>
                  </a:cubicBezTo>
                  <a:close/>
                  <a:moveTo>
                    <a:pt x="109" y="43"/>
                  </a:move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lnTo>
                    <a:pt x="109" y="43"/>
                  </a:lnTo>
                  <a:close/>
                  <a:moveTo>
                    <a:pt x="109" y="44"/>
                  </a:move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4"/>
                  </a:cubicBezTo>
                  <a:close/>
                  <a:moveTo>
                    <a:pt x="107" y="43"/>
                  </a:moveTo>
                  <a:cubicBezTo>
                    <a:pt x="107" y="43"/>
                    <a:pt x="107" y="43"/>
                    <a:pt x="107" y="43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7" y="44"/>
                    <a:pt x="107" y="44"/>
                    <a:pt x="107" y="44"/>
                  </a:cubicBezTo>
                  <a:cubicBezTo>
                    <a:pt x="107" y="44"/>
                    <a:pt x="107" y="44"/>
                    <a:pt x="106" y="44"/>
                  </a:cubicBezTo>
                  <a:lnTo>
                    <a:pt x="107" y="43"/>
                  </a:lnTo>
                  <a:close/>
                  <a:moveTo>
                    <a:pt x="106" y="44"/>
                  </a:move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6" y="44"/>
                    <a:pt x="106" y="44"/>
                    <a:pt x="106" y="44"/>
                  </a:cubicBezTo>
                  <a:close/>
                  <a:moveTo>
                    <a:pt x="104" y="43"/>
                  </a:move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5" y="43"/>
                    <a:pt x="105" y="43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4" y="45"/>
                    <a:pt x="104" y="45"/>
                    <a:pt x="104" y="45"/>
                  </a:cubicBezTo>
                  <a:lnTo>
                    <a:pt x="104" y="43"/>
                  </a:lnTo>
                  <a:close/>
                  <a:moveTo>
                    <a:pt x="101" y="44"/>
                  </a:move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2" y="44"/>
                    <a:pt x="102" y="44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5"/>
                    <a:pt x="101" y="45"/>
                    <a:pt x="101" y="45"/>
                  </a:cubicBezTo>
                  <a:lnTo>
                    <a:pt x="101" y="44"/>
                  </a:lnTo>
                  <a:close/>
                  <a:moveTo>
                    <a:pt x="98" y="44"/>
                  </a:moveTo>
                  <a:cubicBezTo>
                    <a:pt x="98" y="44"/>
                    <a:pt x="98" y="44"/>
                    <a:pt x="98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9" y="45"/>
                    <a:pt x="99" y="45"/>
                    <a:pt x="98" y="45"/>
                  </a:cubicBezTo>
                  <a:lnTo>
                    <a:pt x="98" y="44"/>
                  </a:lnTo>
                  <a:close/>
                  <a:moveTo>
                    <a:pt x="95" y="44"/>
                  </a:moveTo>
                  <a:cubicBezTo>
                    <a:pt x="95" y="44"/>
                    <a:pt x="95" y="44"/>
                    <a:pt x="95" y="44"/>
                  </a:cubicBezTo>
                  <a:cubicBezTo>
                    <a:pt x="95" y="44"/>
                    <a:pt x="96" y="44"/>
                    <a:pt x="96" y="44"/>
                  </a:cubicBezTo>
                  <a:cubicBezTo>
                    <a:pt x="96" y="46"/>
                    <a:pt x="96" y="46"/>
                    <a:pt x="96" y="46"/>
                  </a:cubicBezTo>
                  <a:cubicBezTo>
                    <a:pt x="95" y="46"/>
                    <a:pt x="95" y="46"/>
                    <a:pt x="95" y="46"/>
                  </a:cubicBezTo>
                  <a:lnTo>
                    <a:pt x="95" y="44"/>
                  </a:lnTo>
                  <a:close/>
                  <a:moveTo>
                    <a:pt x="92" y="45"/>
                  </a:moveTo>
                  <a:cubicBezTo>
                    <a:pt x="92" y="45"/>
                    <a:pt x="92" y="45"/>
                    <a:pt x="92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lnTo>
                    <a:pt x="92" y="45"/>
                  </a:lnTo>
                  <a:close/>
                  <a:moveTo>
                    <a:pt x="88" y="45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lnTo>
                    <a:pt x="88" y="45"/>
                  </a:lnTo>
                  <a:close/>
                  <a:moveTo>
                    <a:pt x="84" y="46"/>
                  </a:moveTo>
                  <a:cubicBezTo>
                    <a:pt x="84" y="46"/>
                    <a:pt x="84" y="46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7"/>
                    <a:pt x="84" y="47"/>
                    <a:pt x="84" y="47"/>
                  </a:cubicBezTo>
                  <a:cubicBezTo>
                    <a:pt x="84" y="47"/>
                    <a:pt x="84" y="47"/>
                    <a:pt x="84" y="47"/>
                  </a:cubicBezTo>
                  <a:lnTo>
                    <a:pt x="84" y="46"/>
                  </a:lnTo>
                  <a:close/>
                  <a:moveTo>
                    <a:pt x="80" y="47"/>
                  </a:moveTo>
                  <a:cubicBezTo>
                    <a:pt x="80" y="47"/>
                    <a:pt x="80" y="47"/>
                    <a:pt x="80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lnTo>
                    <a:pt x="80" y="47"/>
                  </a:ln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4" y="49"/>
                    <a:pt x="75" y="49"/>
                    <a:pt x="75" y="49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6" y="48"/>
                    <a:pt x="77" y="48"/>
                    <a:pt x="77" y="48"/>
                  </a:cubicBezTo>
                  <a:cubicBezTo>
                    <a:pt x="77" y="48"/>
                    <a:pt x="76" y="48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5" y="49"/>
                    <a:pt x="74" y="49"/>
                    <a:pt x="74" y="49"/>
                  </a:cubicBezTo>
                  <a:close/>
                  <a:moveTo>
                    <a:pt x="74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71" y="49"/>
                    <a:pt x="69" y="50"/>
                    <a:pt x="67" y="50"/>
                  </a:cubicBezTo>
                  <a:cubicBezTo>
                    <a:pt x="69" y="50"/>
                    <a:pt x="72" y="49"/>
                    <a:pt x="73" y="49"/>
                  </a:cubicBezTo>
                  <a:cubicBezTo>
                    <a:pt x="73" y="49"/>
                    <a:pt x="74" y="49"/>
                    <a:pt x="74" y="49"/>
                  </a:cubicBezTo>
                  <a:close/>
                  <a:moveTo>
                    <a:pt x="87" y="51"/>
                  </a:move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4" y="51"/>
                    <a:pt x="83" y="51"/>
                  </a:cubicBezTo>
                  <a:cubicBezTo>
                    <a:pt x="84" y="51"/>
                    <a:pt x="85" y="51"/>
                    <a:pt x="87" y="50"/>
                  </a:cubicBezTo>
                  <a:lnTo>
                    <a:pt x="87" y="51"/>
                  </a:lnTo>
                  <a:close/>
                  <a:moveTo>
                    <a:pt x="89" y="51"/>
                  </a:moveTo>
                  <a:cubicBezTo>
                    <a:pt x="89" y="51"/>
                    <a:pt x="89" y="51"/>
                    <a:pt x="89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50"/>
                    <a:pt x="88" y="50"/>
                    <a:pt x="89" y="50"/>
                  </a:cubicBezTo>
                  <a:lnTo>
                    <a:pt x="89" y="51"/>
                  </a:lnTo>
                  <a:close/>
                  <a:moveTo>
                    <a:pt x="91" y="51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0" y="51"/>
                    <a:pt x="89" y="51"/>
                  </a:cubicBezTo>
                  <a:cubicBezTo>
                    <a:pt x="89" y="50"/>
                    <a:pt x="89" y="50"/>
                    <a:pt x="89" y="50"/>
                  </a:cubicBezTo>
                  <a:cubicBezTo>
                    <a:pt x="90" y="50"/>
                    <a:pt x="91" y="50"/>
                    <a:pt x="91" y="50"/>
                  </a:cubicBezTo>
                  <a:lnTo>
                    <a:pt x="91" y="51"/>
                  </a:lnTo>
                  <a:close/>
                  <a:moveTo>
                    <a:pt x="93" y="51"/>
                  </a:moveTo>
                  <a:cubicBezTo>
                    <a:pt x="93" y="51"/>
                    <a:pt x="93" y="51"/>
                    <a:pt x="93" y="51"/>
                  </a:cubicBezTo>
                  <a:cubicBezTo>
                    <a:pt x="93" y="51"/>
                    <a:pt x="92" y="51"/>
                    <a:pt x="91" y="51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2" y="49"/>
                    <a:pt x="93" y="49"/>
                    <a:pt x="93" y="49"/>
                  </a:cubicBezTo>
                  <a:lnTo>
                    <a:pt x="93" y="51"/>
                  </a:lnTo>
                  <a:close/>
                  <a:moveTo>
                    <a:pt x="95" y="51"/>
                  </a:moveTo>
                  <a:cubicBezTo>
                    <a:pt x="95" y="51"/>
                    <a:pt x="95" y="51"/>
                    <a:pt x="95" y="51"/>
                  </a:cubicBezTo>
                  <a:cubicBezTo>
                    <a:pt x="95" y="51"/>
                    <a:pt x="94" y="51"/>
                    <a:pt x="94" y="51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49"/>
                    <a:pt x="95" y="49"/>
                    <a:pt x="95" y="49"/>
                  </a:cubicBezTo>
                  <a:lnTo>
                    <a:pt x="95" y="51"/>
                  </a:lnTo>
                  <a:close/>
                  <a:moveTo>
                    <a:pt x="98" y="51"/>
                  </a:moveTo>
                  <a:cubicBezTo>
                    <a:pt x="98" y="51"/>
                    <a:pt x="98" y="51"/>
                    <a:pt x="98" y="51"/>
                  </a:cubicBezTo>
                  <a:cubicBezTo>
                    <a:pt x="97" y="51"/>
                    <a:pt x="96" y="51"/>
                    <a:pt x="96" y="51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8" y="50"/>
                    <a:pt x="98" y="50"/>
                    <a:pt x="98" y="50"/>
                  </a:cubicBezTo>
                  <a:lnTo>
                    <a:pt x="98" y="51"/>
                  </a:lnTo>
                  <a:close/>
                  <a:moveTo>
                    <a:pt x="98" y="50"/>
                  </a:moveTo>
                  <a:cubicBezTo>
                    <a:pt x="98" y="50"/>
                    <a:pt x="98" y="50"/>
                    <a:pt x="98" y="50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6" y="49"/>
                    <a:pt x="97" y="49"/>
                    <a:pt x="98" y="49"/>
                  </a:cubicBezTo>
                  <a:lnTo>
                    <a:pt x="98" y="50"/>
                  </a:lnTo>
                  <a:close/>
                  <a:moveTo>
                    <a:pt x="100" y="51"/>
                  </a:moveTo>
                  <a:cubicBezTo>
                    <a:pt x="100" y="51"/>
                    <a:pt x="100" y="51"/>
                    <a:pt x="100" y="51"/>
                  </a:cubicBezTo>
                  <a:cubicBezTo>
                    <a:pt x="99" y="51"/>
                    <a:pt x="98" y="51"/>
                    <a:pt x="98" y="51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9" y="50"/>
                    <a:pt x="99" y="50"/>
                    <a:pt x="99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9" y="48"/>
                    <a:pt x="100" y="48"/>
                  </a:cubicBezTo>
                  <a:lnTo>
                    <a:pt x="100" y="51"/>
                  </a:lnTo>
                  <a:close/>
                  <a:moveTo>
                    <a:pt x="101" y="51"/>
                  </a:moveTo>
                  <a:cubicBezTo>
                    <a:pt x="101" y="51"/>
                    <a:pt x="101" y="51"/>
                    <a:pt x="101" y="51"/>
                  </a:cubicBezTo>
                  <a:cubicBezTo>
                    <a:pt x="101" y="51"/>
                    <a:pt x="100" y="51"/>
                    <a:pt x="100" y="51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1" y="48"/>
                    <a:pt x="101" y="48"/>
                  </a:cubicBezTo>
                  <a:lnTo>
                    <a:pt x="101" y="51"/>
                  </a:lnTo>
                  <a:close/>
                  <a:moveTo>
                    <a:pt x="103" y="49"/>
                  </a:move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3" y="51"/>
                    <a:pt x="102" y="51"/>
                    <a:pt x="102" y="51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8"/>
                    <a:pt x="103" y="48"/>
                    <a:pt x="103" y="48"/>
                  </a:cubicBezTo>
                  <a:lnTo>
                    <a:pt x="103" y="49"/>
                  </a:ln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8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0"/>
                    <a:pt x="108" y="50"/>
                    <a:pt x="108" y="50"/>
                  </a:cubicBezTo>
                  <a:close/>
                  <a:moveTo>
                    <a:pt x="108" y="50"/>
                  </a:moveTo>
                  <a:cubicBezTo>
                    <a:pt x="108" y="50"/>
                    <a:pt x="108" y="50"/>
                    <a:pt x="108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5" y="51"/>
                    <a:pt x="104" y="5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106" y="47"/>
                    <a:pt x="107" y="47"/>
                    <a:pt x="108" y="47"/>
                  </a:cubicBezTo>
                  <a:lnTo>
                    <a:pt x="108" y="50"/>
                  </a:lnTo>
                  <a:close/>
                  <a:moveTo>
                    <a:pt x="104" y="49"/>
                  </a:moveTo>
                  <a:cubicBezTo>
                    <a:pt x="104" y="49"/>
                    <a:pt x="104" y="49"/>
                    <a:pt x="104" y="49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47"/>
                    <a:pt x="105" y="47"/>
                    <a:pt x="105" y="47"/>
                  </a:cubicBezTo>
                  <a:cubicBezTo>
                    <a:pt x="105" y="49"/>
                    <a:pt x="105" y="49"/>
                    <a:pt x="105" y="49"/>
                  </a:cubicBezTo>
                  <a:lnTo>
                    <a:pt x="104" y="49"/>
                  </a:lnTo>
                  <a:close/>
                  <a:moveTo>
                    <a:pt x="112" y="50"/>
                  </a:moveTo>
                  <a:cubicBezTo>
                    <a:pt x="112" y="50"/>
                    <a:pt x="112" y="50"/>
                    <a:pt x="112" y="50"/>
                  </a:cubicBezTo>
                  <a:cubicBezTo>
                    <a:pt x="111" y="50"/>
                    <a:pt x="110" y="50"/>
                    <a:pt x="109" y="50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1" y="46"/>
                    <a:pt x="111" y="46"/>
                    <a:pt x="112" y="46"/>
                  </a:cubicBezTo>
                  <a:lnTo>
                    <a:pt x="112" y="50"/>
                  </a:lnTo>
                  <a:close/>
                  <a:moveTo>
                    <a:pt x="109" y="50"/>
                  </a:moveTo>
                  <a:cubicBezTo>
                    <a:pt x="109" y="50"/>
                    <a:pt x="109" y="50"/>
                    <a:pt x="109" y="50"/>
                  </a:cubicBezTo>
                  <a:cubicBezTo>
                    <a:pt x="109" y="47"/>
                    <a:pt x="109" y="47"/>
                    <a:pt x="109" y="47"/>
                  </a:cubicBezTo>
                  <a:cubicBezTo>
                    <a:pt x="109" y="47"/>
                    <a:pt x="110" y="47"/>
                    <a:pt x="110" y="47"/>
                  </a:cubicBezTo>
                  <a:cubicBezTo>
                    <a:pt x="110" y="50"/>
                    <a:pt x="110" y="50"/>
                    <a:pt x="110" y="50"/>
                  </a:cubicBezTo>
                  <a:lnTo>
                    <a:pt x="109" y="50"/>
                  </a:lnTo>
                  <a:close/>
                  <a:moveTo>
                    <a:pt x="113" y="47"/>
                  </a:move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50"/>
                    <a:pt x="112" y="50"/>
                    <a:pt x="112" y="50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46"/>
                    <a:pt x="113" y="46"/>
                    <a:pt x="113" y="46"/>
                  </a:cubicBezTo>
                  <a:lnTo>
                    <a:pt x="113" y="47"/>
                  </a:ln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4" y="50"/>
                    <a:pt x="114" y="50"/>
                    <a:pt x="113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5" y="50"/>
                    <a:pt x="115" y="50"/>
                    <a:pt x="115" y="50"/>
                  </a:cubicBezTo>
                  <a:close/>
                  <a:moveTo>
                    <a:pt x="115" y="50"/>
                  </a:moveTo>
                  <a:cubicBezTo>
                    <a:pt x="115" y="50"/>
                    <a:pt x="115" y="50"/>
                    <a:pt x="115" y="50"/>
                  </a:cubicBezTo>
                  <a:cubicBezTo>
                    <a:pt x="113" y="50"/>
                    <a:pt x="113" y="50"/>
                    <a:pt x="113" y="50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5" y="47"/>
                    <a:pt x="115" y="47"/>
                    <a:pt x="115" y="47"/>
                  </a:cubicBezTo>
                  <a:lnTo>
                    <a:pt x="115" y="50"/>
                  </a:lnTo>
                  <a:close/>
                  <a:moveTo>
                    <a:pt x="115" y="47"/>
                  </a:moveTo>
                  <a:cubicBezTo>
                    <a:pt x="115" y="47"/>
                    <a:pt x="115" y="47"/>
                    <a:pt x="115" y="47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14" y="46"/>
                    <a:pt x="114" y="46"/>
                    <a:pt x="115" y="46"/>
                  </a:cubicBezTo>
                  <a:lnTo>
                    <a:pt x="115" y="47"/>
                  </a:lnTo>
                  <a:close/>
                  <a:moveTo>
                    <a:pt x="116" y="49"/>
                  </a:move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5" y="46"/>
                    <a:pt x="115" y="46"/>
                    <a:pt x="115" y="46"/>
                  </a:cubicBezTo>
                  <a:cubicBezTo>
                    <a:pt x="115" y="46"/>
                    <a:pt x="116" y="46"/>
                    <a:pt x="116" y="46"/>
                  </a:cubicBezTo>
                  <a:lnTo>
                    <a:pt x="116" y="49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  <a:cubicBezTo>
                    <a:pt x="117" y="50"/>
                    <a:pt x="117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7" y="49"/>
                    <a:pt x="117" y="49"/>
                    <a:pt x="117" y="49"/>
                  </a:cubicBezTo>
                  <a:lnTo>
                    <a:pt x="117" y="50"/>
                  </a:lnTo>
                  <a:close/>
                  <a:moveTo>
                    <a:pt x="117" y="49"/>
                  </a:moveTo>
                  <a:cubicBezTo>
                    <a:pt x="117" y="49"/>
                    <a:pt x="117" y="49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17" y="49"/>
                  </a:lnTo>
                  <a:close/>
                  <a:moveTo>
                    <a:pt x="119" y="47"/>
                  </a:moveTo>
                  <a:cubicBezTo>
                    <a:pt x="119" y="47"/>
                    <a:pt x="119" y="47"/>
                    <a:pt x="119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9" y="46"/>
                  </a:cubicBezTo>
                  <a:lnTo>
                    <a:pt x="119" y="47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7"/>
                    <a:pt x="120" y="47"/>
                    <a:pt x="120" y="47"/>
                  </a:cubicBezTo>
                  <a:lnTo>
                    <a:pt x="120" y="50"/>
                  </a:lnTo>
                  <a:close/>
                  <a:moveTo>
                    <a:pt x="120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46"/>
                    <a:pt x="120" y="45"/>
                    <a:pt x="120" y="45"/>
                  </a:cubicBezTo>
                  <a:lnTo>
                    <a:pt x="120" y="47"/>
                  </a:lnTo>
                  <a:close/>
                  <a:moveTo>
                    <a:pt x="123" y="50"/>
                  </a:moveTo>
                  <a:cubicBezTo>
                    <a:pt x="123" y="50"/>
                    <a:pt x="123" y="50"/>
                    <a:pt x="123" y="50"/>
                  </a:cubicBezTo>
                  <a:cubicBezTo>
                    <a:pt x="122" y="50"/>
                    <a:pt x="121" y="50"/>
                    <a:pt x="120" y="50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5"/>
                    <a:pt x="120" y="45"/>
                    <a:pt x="120" y="45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2" y="45"/>
                    <a:pt x="122" y="45"/>
                    <a:pt x="123" y="45"/>
                  </a:cubicBezTo>
                  <a:lnTo>
                    <a:pt x="123" y="50"/>
                  </a:lnTo>
                  <a:close/>
                  <a:moveTo>
                    <a:pt x="124" y="49"/>
                  </a:moveTo>
                  <a:cubicBezTo>
                    <a:pt x="124" y="49"/>
                    <a:pt x="124" y="49"/>
                    <a:pt x="124" y="49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4" y="45"/>
                  </a:cubicBezTo>
                  <a:lnTo>
                    <a:pt x="124" y="49"/>
                  </a:lnTo>
                  <a:close/>
                  <a:moveTo>
                    <a:pt x="125" y="50"/>
                  </a:moveTo>
                  <a:cubicBezTo>
                    <a:pt x="125" y="50"/>
                    <a:pt x="125" y="50"/>
                    <a:pt x="125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5" y="50"/>
                    <a:pt x="125" y="50"/>
                  </a:cubicBezTo>
                  <a:close/>
                  <a:moveTo>
                    <a:pt x="125" y="49"/>
                  </a:moveTo>
                  <a:cubicBezTo>
                    <a:pt x="125" y="49"/>
                    <a:pt x="125" y="49"/>
                    <a:pt x="125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5" y="45"/>
                  </a:cubicBezTo>
                  <a:lnTo>
                    <a:pt x="125" y="49"/>
                  </a:lnTo>
                  <a:close/>
                  <a:moveTo>
                    <a:pt x="126" y="46"/>
                  </a:moveTo>
                  <a:cubicBezTo>
                    <a:pt x="126" y="46"/>
                    <a:pt x="126" y="46"/>
                    <a:pt x="126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5" y="46"/>
                    <a:pt x="125" y="46"/>
                    <a:pt x="125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6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9"/>
                    <a:pt x="125" y="49"/>
                    <a:pt x="125" y="49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5" y="45"/>
                    <a:pt x="126" y="45"/>
                    <a:pt x="126" y="45"/>
                  </a:cubicBezTo>
                  <a:lnTo>
                    <a:pt x="126" y="46"/>
                  </a:lnTo>
                  <a:close/>
                  <a:moveTo>
                    <a:pt x="127" y="50"/>
                  </a:moveTo>
                  <a:cubicBezTo>
                    <a:pt x="127" y="50"/>
                    <a:pt x="127" y="50"/>
                    <a:pt x="127" y="50"/>
                  </a:cubicBezTo>
                  <a:cubicBezTo>
                    <a:pt x="127" y="50"/>
                    <a:pt x="126" y="50"/>
                    <a:pt x="126" y="50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7" y="49"/>
                    <a:pt x="127" y="49"/>
                    <a:pt x="127" y="49"/>
                  </a:cubicBezTo>
                  <a:lnTo>
                    <a:pt x="127" y="50"/>
                  </a:lnTo>
                  <a:close/>
                  <a:moveTo>
                    <a:pt x="127" y="49"/>
                  </a:moveTo>
                  <a:cubicBezTo>
                    <a:pt x="127" y="49"/>
                    <a:pt x="127" y="49"/>
                    <a:pt x="127" y="49"/>
                  </a:cubicBezTo>
                  <a:cubicBezTo>
                    <a:pt x="126" y="49"/>
                    <a:pt x="126" y="49"/>
                    <a:pt x="126" y="4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6"/>
                    <a:pt x="127" y="46"/>
                    <a:pt x="127" y="46"/>
                  </a:cubicBezTo>
                  <a:lnTo>
                    <a:pt x="127" y="49"/>
                  </a:lnTo>
                  <a:close/>
                  <a:moveTo>
                    <a:pt x="127" y="46"/>
                  </a:moveTo>
                  <a:cubicBezTo>
                    <a:pt x="127" y="46"/>
                    <a:pt x="127" y="46"/>
                    <a:pt x="127" y="46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5"/>
                    <a:pt x="127" y="45"/>
                    <a:pt x="127" y="45"/>
                  </a:cubicBezTo>
                  <a:lnTo>
                    <a:pt x="127" y="46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7" y="50"/>
                    <a:pt x="127" y="50"/>
                  </a:cubicBezTo>
                  <a:cubicBezTo>
                    <a:pt x="127" y="50"/>
                    <a:pt x="127" y="50"/>
                    <a:pt x="127" y="50"/>
                  </a:cubicBezTo>
                  <a:cubicBezTo>
                    <a:pt x="128" y="50"/>
                    <a:pt x="128" y="50"/>
                    <a:pt x="128" y="50"/>
                  </a:cubicBezTo>
                  <a:close/>
                  <a:moveTo>
                    <a:pt x="128" y="49"/>
                  </a:moveTo>
                  <a:cubicBezTo>
                    <a:pt x="128" y="49"/>
                    <a:pt x="128" y="49"/>
                    <a:pt x="128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9"/>
                    <a:pt x="127" y="49"/>
                    <a:pt x="127" y="49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8" y="49"/>
                  </a:lnTo>
                  <a:close/>
                  <a:moveTo>
                    <a:pt x="128" y="48"/>
                  </a:moveTo>
                  <a:cubicBezTo>
                    <a:pt x="128" y="48"/>
                    <a:pt x="128" y="48"/>
                    <a:pt x="128" y="48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8" y="48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7" y="47"/>
                    <a:pt x="127" y="47"/>
                    <a:pt x="127" y="4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7" y="45"/>
                    <a:pt x="128" y="45"/>
                    <a:pt x="128" y="45"/>
                  </a:cubicBezTo>
                  <a:lnTo>
                    <a:pt x="128" y="47"/>
                  </a:lnTo>
                  <a:close/>
                  <a:moveTo>
                    <a:pt x="128" y="50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9" y="50"/>
                    <a:pt x="129" y="50"/>
                  </a:cubicBezTo>
                  <a:cubicBezTo>
                    <a:pt x="129" y="50"/>
                    <a:pt x="128" y="50"/>
                    <a:pt x="128" y="50"/>
                  </a:cubicBezTo>
                  <a:close/>
                  <a:moveTo>
                    <a:pt x="129" y="47"/>
                  </a:moveTo>
                  <a:cubicBezTo>
                    <a:pt x="129" y="47"/>
                    <a:pt x="129" y="47"/>
                    <a:pt x="129" y="47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7"/>
                    <a:pt x="128" y="47"/>
                    <a:pt x="128" y="47"/>
                  </a:cubicBezTo>
                  <a:lnTo>
                    <a:pt x="129" y="47"/>
                  </a:lnTo>
                  <a:close/>
                  <a:moveTo>
                    <a:pt x="128" y="47"/>
                  </a:moveTo>
                  <a:cubicBezTo>
                    <a:pt x="128" y="47"/>
                    <a:pt x="128" y="47"/>
                    <a:pt x="128" y="47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5"/>
                    <a:pt x="129" y="45"/>
                    <a:pt x="129" y="45"/>
                  </a:cubicBezTo>
                  <a:cubicBezTo>
                    <a:pt x="129" y="47"/>
                    <a:pt x="129" y="47"/>
                    <a:pt x="129" y="47"/>
                  </a:cubicBezTo>
                  <a:lnTo>
                    <a:pt x="128" y="47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lnTo>
                    <a:pt x="129" y="48"/>
                  </a:lnTo>
                  <a:close/>
                  <a:moveTo>
                    <a:pt x="129" y="48"/>
                  </a:move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8" y="49"/>
                    <a:pt x="128" y="49"/>
                    <a:pt x="128" y="49"/>
                  </a:cubicBezTo>
                  <a:cubicBezTo>
                    <a:pt x="128" y="48"/>
                    <a:pt x="128" y="48"/>
                    <a:pt x="128" y="48"/>
                  </a:cubicBezTo>
                  <a:cubicBezTo>
                    <a:pt x="128" y="48"/>
                    <a:pt x="129" y="48"/>
                    <a:pt x="129" y="48"/>
                  </a:cubicBezTo>
                  <a:close/>
                  <a:moveTo>
                    <a:pt x="129" y="50"/>
                  </a:moveTo>
                  <a:cubicBezTo>
                    <a:pt x="129" y="50"/>
                    <a:pt x="129" y="50"/>
                    <a:pt x="129" y="50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30" y="47"/>
                  </a:cubicBezTo>
                  <a:cubicBezTo>
                    <a:pt x="130" y="49"/>
                    <a:pt x="130" y="49"/>
                    <a:pt x="130" y="49"/>
                  </a:cubicBezTo>
                  <a:cubicBezTo>
                    <a:pt x="129" y="49"/>
                    <a:pt x="129" y="49"/>
                    <a:pt x="129" y="50"/>
                  </a:cubicBezTo>
                  <a:close/>
                  <a:moveTo>
                    <a:pt x="129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45"/>
                    <a:pt x="129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9" y="47"/>
                    <a:pt x="129" y="47"/>
                    <a:pt x="129" y="48"/>
                  </a:cubicBezTo>
                  <a:lnTo>
                    <a:pt x="129" y="45"/>
                  </a:lnTo>
                  <a:close/>
                  <a:moveTo>
                    <a:pt x="130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9"/>
                    <a:pt x="130" y="49"/>
                    <a:pt x="130" y="49"/>
                  </a:cubicBezTo>
                  <a:close/>
                  <a:moveTo>
                    <a:pt x="130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0" y="47"/>
                    <a:pt x="130" y="47"/>
                    <a:pt x="130" y="47"/>
                  </a:cubicBezTo>
                  <a:lnTo>
                    <a:pt x="130" y="45"/>
                  </a:lnTo>
                  <a:close/>
                  <a:moveTo>
                    <a:pt x="131" y="45"/>
                  </a:moveTo>
                  <a:cubicBezTo>
                    <a:pt x="131" y="45"/>
                    <a:pt x="131" y="45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1" y="46"/>
                    <a:pt x="131" y="46"/>
                    <a:pt x="131" y="46"/>
                  </a:cubicBezTo>
                  <a:lnTo>
                    <a:pt x="131" y="45"/>
                  </a:lnTo>
                  <a:close/>
                  <a:moveTo>
                    <a:pt x="131" y="48"/>
                  </a:move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7"/>
                    <a:pt x="131" y="46"/>
                    <a:pt x="131" y="46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1" y="48"/>
                    <a:pt x="131" y="48"/>
                    <a:pt x="131" y="48"/>
                  </a:cubicBezTo>
                  <a:close/>
                  <a:moveTo>
                    <a:pt x="106" y="45"/>
                  </a:moveTo>
                  <a:cubicBezTo>
                    <a:pt x="106" y="45"/>
                    <a:pt x="106" y="45"/>
                    <a:pt x="106" y="45"/>
                  </a:cubicBezTo>
                  <a:cubicBezTo>
                    <a:pt x="101" y="46"/>
                    <a:pt x="76" y="50"/>
                    <a:pt x="74" y="50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9" y="49"/>
                    <a:pt x="86" y="47"/>
                    <a:pt x="91" y="47"/>
                  </a:cubicBezTo>
                  <a:cubicBezTo>
                    <a:pt x="94" y="46"/>
                    <a:pt x="98" y="46"/>
                    <a:pt x="102" y="45"/>
                  </a:cubicBezTo>
                  <a:cubicBezTo>
                    <a:pt x="108" y="44"/>
                    <a:pt x="115" y="43"/>
                    <a:pt x="118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3"/>
                    <a:pt x="119" y="42"/>
                    <a:pt x="119" y="42"/>
                  </a:cubicBezTo>
                  <a:cubicBezTo>
                    <a:pt x="124" y="42"/>
                    <a:pt x="128" y="41"/>
                    <a:pt x="129" y="41"/>
                  </a:cubicBezTo>
                  <a:cubicBezTo>
                    <a:pt x="133" y="41"/>
                    <a:pt x="136" y="41"/>
                    <a:pt x="138" y="42"/>
                  </a:cubicBezTo>
                  <a:cubicBezTo>
                    <a:pt x="138" y="42"/>
                    <a:pt x="137" y="42"/>
                    <a:pt x="136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4" y="43"/>
                    <a:pt x="111" y="45"/>
                    <a:pt x="106" y="45"/>
                  </a:cubicBez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4"/>
                    <a:pt x="132" y="44"/>
                  </a:cubicBezTo>
                  <a:cubicBezTo>
                    <a:pt x="132" y="45"/>
                    <a:pt x="132" y="45"/>
                    <a:pt x="132" y="45"/>
                  </a:cubicBezTo>
                  <a:cubicBezTo>
                    <a:pt x="132" y="45"/>
                    <a:pt x="132" y="46"/>
                    <a:pt x="132" y="46"/>
                  </a:cubicBezTo>
                  <a:lnTo>
                    <a:pt x="132" y="45"/>
                  </a:lnTo>
                  <a:close/>
                  <a:moveTo>
                    <a:pt x="132" y="48"/>
                  </a:moveTo>
                  <a:cubicBezTo>
                    <a:pt x="132" y="48"/>
                    <a:pt x="132" y="48"/>
                    <a:pt x="132" y="4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32" y="47"/>
                    <a:pt x="132" y="48"/>
                    <a:pt x="132" y="48"/>
                  </a:cubicBezTo>
                  <a:close/>
                  <a:moveTo>
                    <a:pt x="132" y="44"/>
                  </a:moveTo>
                  <a:cubicBezTo>
                    <a:pt x="132" y="44"/>
                    <a:pt x="132" y="44"/>
                    <a:pt x="132" y="44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2" y="45"/>
                  </a:cubicBezTo>
                  <a:lnTo>
                    <a:pt x="132" y="44"/>
                  </a:lnTo>
                  <a:close/>
                  <a:moveTo>
                    <a:pt x="132" y="45"/>
                  </a:moveTo>
                  <a:cubicBezTo>
                    <a:pt x="132" y="45"/>
                    <a:pt x="132" y="45"/>
                    <a:pt x="132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5"/>
                    <a:pt x="133" y="45"/>
                    <a:pt x="133" y="45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2" y="47"/>
                  </a:cubicBezTo>
                  <a:lnTo>
                    <a:pt x="132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lose/>
                  <a:moveTo>
                    <a:pt x="133" y="44"/>
                  </a:moveTo>
                  <a:cubicBezTo>
                    <a:pt x="133" y="44"/>
                    <a:pt x="133" y="44"/>
                    <a:pt x="133" y="44"/>
                  </a:cubicBezTo>
                  <a:cubicBezTo>
                    <a:pt x="133" y="44"/>
                    <a:pt x="134" y="44"/>
                    <a:pt x="134" y="44"/>
                  </a:cubicBezTo>
                  <a:cubicBezTo>
                    <a:pt x="134" y="44"/>
                    <a:pt x="133" y="45"/>
                    <a:pt x="133" y="45"/>
                  </a:cubicBezTo>
                  <a:lnTo>
                    <a:pt x="133" y="44"/>
                  </a:lnTo>
                  <a:close/>
                  <a:moveTo>
                    <a:pt x="133" y="45"/>
                  </a:moveTo>
                  <a:cubicBezTo>
                    <a:pt x="133" y="45"/>
                    <a:pt x="133" y="45"/>
                    <a:pt x="133" y="45"/>
                  </a:cubicBezTo>
                  <a:cubicBezTo>
                    <a:pt x="134" y="45"/>
                    <a:pt x="134" y="45"/>
                    <a:pt x="134" y="44"/>
                  </a:cubicBezTo>
                  <a:cubicBezTo>
                    <a:pt x="135" y="44"/>
                    <a:pt x="136" y="44"/>
                    <a:pt x="137" y="44"/>
                  </a:cubicBezTo>
                  <a:cubicBezTo>
                    <a:pt x="137" y="44"/>
                    <a:pt x="136" y="45"/>
                    <a:pt x="136" y="45"/>
                  </a:cubicBezTo>
                  <a:cubicBezTo>
                    <a:pt x="135" y="45"/>
                    <a:pt x="134" y="46"/>
                    <a:pt x="133" y="46"/>
                  </a:cubicBezTo>
                  <a:lnTo>
                    <a:pt x="133" y="45"/>
                  </a:lnTo>
                  <a:close/>
                  <a:moveTo>
                    <a:pt x="133" y="47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134" y="46"/>
                    <a:pt x="135" y="45"/>
                    <a:pt x="136" y="45"/>
                  </a:cubicBezTo>
                  <a:cubicBezTo>
                    <a:pt x="137" y="45"/>
                    <a:pt x="137" y="44"/>
                    <a:pt x="138" y="44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7" y="45"/>
                    <a:pt x="135" y="46"/>
                    <a:pt x="133" y="47"/>
                  </a:cubicBezTo>
                  <a:close/>
                  <a:moveTo>
                    <a:pt x="140" y="43"/>
                  </a:move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9" y="43"/>
                    <a:pt x="139" y="43"/>
                    <a:pt x="140" y="43"/>
                  </a:cubicBezTo>
                  <a:close/>
                  <a:moveTo>
                    <a:pt x="139" y="43"/>
                  </a:moveTo>
                  <a:cubicBezTo>
                    <a:pt x="139" y="43"/>
                    <a:pt x="139" y="43"/>
                    <a:pt x="139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7" y="42"/>
                    <a:pt x="138" y="42"/>
                    <a:pt x="138" y="42"/>
                  </a:cubicBezTo>
                  <a:cubicBezTo>
                    <a:pt x="139" y="42"/>
                    <a:pt x="139" y="42"/>
                    <a:pt x="140" y="42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lose/>
                  <a:moveTo>
                    <a:pt x="140" y="42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39" y="42"/>
                    <a:pt x="139" y="42"/>
                    <a:pt x="139" y="41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40" y="42"/>
                    <a:pt x="140" y="42"/>
                    <a:pt x="140" y="42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5" y="50"/>
                    <a:pt x="135" y="50"/>
                    <a:pt x="135" y="50"/>
                  </a:cubicBezTo>
                  <a:close/>
                  <a:moveTo>
                    <a:pt x="135" y="49"/>
                  </a:move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8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5" y="49"/>
                    <a:pt x="135" y="49"/>
                    <a:pt x="135" y="49"/>
                  </a:cubicBez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49"/>
                    <a:pt x="135" y="49"/>
                    <a:pt x="135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50"/>
                    <a:pt x="136" y="50"/>
                    <a:pt x="136" y="50"/>
                  </a:cubicBezTo>
                  <a:lnTo>
                    <a:pt x="135" y="50"/>
                  </a:lnTo>
                  <a:close/>
                  <a:moveTo>
                    <a:pt x="136" y="50"/>
                  </a:moveTo>
                  <a:cubicBezTo>
                    <a:pt x="136" y="50"/>
                    <a:pt x="136" y="50"/>
                    <a:pt x="136" y="50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9"/>
                    <a:pt x="136" y="49"/>
                    <a:pt x="136" y="49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6" y="48"/>
                    <a:pt x="136" y="48"/>
                    <a:pt x="137" y="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136" y="50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7" y="50"/>
                    <a:pt x="137" y="50"/>
                    <a:pt x="137" y="50"/>
                  </a:cubicBezTo>
                  <a:close/>
                  <a:moveTo>
                    <a:pt x="137" y="47"/>
                  </a:moveTo>
                  <a:cubicBezTo>
                    <a:pt x="137" y="47"/>
                    <a:pt x="137" y="47"/>
                    <a:pt x="137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lnTo>
                    <a:pt x="137" y="47"/>
                  </a:lnTo>
                  <a:close/>
                  <a:moveTo>
                    <a:pt x="137" y="48"/>
                  </a:moveTo>
                  <a:cubicBezTo>
                    <a:pt x="137" y="48"/>
                    <a:pt x="137" y="48"/>
                    <a:pt x="137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7" y="48"/>
                    <a:pt x="137" y="48"/>
                    <a:pt x="137" y="48"/>
                  </a:cubicBezTo>
                  <a:close/>
                  <a:moveTo>
                    <a:pt x="137" y="50"/>
                  </a:moveTo>
                  <a:cubicBezTo>
                    <a:pt x="137" y="50"/>
                    <a:pt x="137" y="50"/>
                    <a:pt x="137" y="50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lnTo>
                    <a:pt x="137" y="50"/>
                  </a:lnTo>
                  <a:close/>
                  <a:moveTo>
                    <a:pt x="138" y="47"/>
                  </a:move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8"/>
                    <a:pt x="138" y="48"/>
                    <a:pt x="138" y="48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8" y="47"/>
                    <a:pt x="138" y="47"/>
                    <a:pt x="138" y="47"/>
                  </a:cubicBezTo>
                  <a:close/>
                  <a:moveTo>
                    <a:pt x="138" y="50"/>
                  </a:moveTo>
                  <a:cubicBezTo>
                    <a:pt x="138" y="50"/>
                    <a:pt x="138" y="50"/>
                    <a:pt x="138" y="50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0"/>
                    <a:pt x="138" y="50"/>
                    <a:pt x="138" y="50"/>
                  </a:cubicBez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39" y="50"/>
                    <a:pt x="139" y="50"/>
                    <a:pt x="139" y="50"/>
                  </a:cubicBezTo>
                  <a:close/>
                  <a:moveTo>
                    <a:pt x="139" y="46"/>
                  </a:move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39" y="46"/>
                    <a:pt x="139" y="46"/>
                  </a:cubicBezTo>
                  <a:cubicBezTo>
                    <a:pt x="139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39" y="48"/>
                    <a:pt x="139" y="48"/>
                    <a:pt x="139" y="48"/>
                  </a:cubicBezTo>
                  <a:lnTo>
                    <a:pt x="139" y="46"/>
                  </a:lnTo>
                  <a:close/>
                  <a:moveTo>
                    <a:pt x="139" y="50"/>
                  </a:moveTo>
                  <a:cubicBezTo>
                    <a:pt x="139" y="50"/>
                    <a:pt x="139" y="50"/>
                    <a:pt x="139" y="50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50"/>
                    <a:pt x="140" y="50"/>
                    <a:pt x="140" y="50"/>
                  </a:cubicBezTo>
                  <a:lnTo>
                    <a:pt x="139" y="50"/>
                  </a:ln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5"/>
                  </a:cubicBezTo>
                  <a:cubicBezTo>
                    <a:pt x="140" y="45"/>
                    <a:pt x="140" y="45"/>
                    <a:pt x="140" y="45"/>
                  </a:cubicBezTo>
                  <a:cubicBezTo>
                    <a:pt x="140" y="46"/>
                    <a:pt x="140" y="46"/>
                    <a:pt x="140" y="46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46"/>
                  </a:moveTo>
                  <a:cubicBezTo>
                    <a:pt x="140" y="46"/>
                    <a:pt x="140" y="46"/>
                    <a:pt x="140" y="46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6"/>
                    <a:pt x="140" y="46"/>
                    <a:pt x="140" y="46"/>
                  </a:cubicBezTo>
                  <a:close/>
                  <a:moveTo>
                    <a:pt x="140" y="50"/>
                  </a:moveTo>
                  <a:cubicBezTo>
                    <a:pt x="140" y="50"/>
                    <a:pt x="140" y="50"/>
                    <a:pt x="140" y="50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0" y="50"/>
                    <a:pt x="140" y="50"/>
                    <a:pt x="140" y="50"/>
                  </a:cubicBezTo>
                  <a:close/>
                  <a:moveTo>
                    <a:pt x="143" y="44"/>
                  </a:moveTo>
                  <a:cubicBezTo>
                    <a:pt x="143" y="44"/>
                    <a:pt x="143" y="44"/>
                    <a:pt x="143" y="44"/>
                  </a:cubicBezTo>
                  <a:cubicBezTo>
                    <a:pt x="143" y="45"/>
                    <a:pt x="144" y="45"/>
                    <a:pt x="144" y="45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3" y="44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7"/>
                    <a:pt x="143" y="47"/>
                    <a:pt x="143" y="47"/>
                  </a:cubicBezTo>
                  <a:cubicBezTo>
                    <a:pt x="143" y="45"/>
                    <a:pt x="143" y="45"/>
                    <a:pt x="143" y="45"/>
                  </a:cubicBezTo>
                  <a:lnTo>
                    <a:pt x="144" y="45"/>
                  </a:lnTo>
                  <a:close/>
                  <a:moveTo>
                    <a:pt x="143" y="47"/>
                  </a:moveTo>
                  <a:cubicBezTo>
                    <a:pt x="143" y="47"/>
                    <a:pt x="143" y="47"/>
                    <a:pt x="143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3" y="49"/>
                    <a:pt x="143" y="49"/>
                    <a:pt x="143" y="49"/>
                  </a:cubicBezTo>
                  <a:lnTo>
                    <a:pt x="143" y="47"/>
                  </a:lnTo>
                  <a:close/>
                  <a:moveTo>
                    <a:pt x="143" y="49"/>
                  </a:moveTo>
                  <a:cubicBezTo>
                    <a:pt x="143" y="49"/>
                    <a:pt x="143" y="49"/>
                    <a:pt x="143" y="49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3" y="49"/>
                  </a:lnTo>
                  <a:close/>
                  <a:moveTo>
                    <a:pt x="144" y="47"/>
                  </a:moveTo>
                  <a:cubicBezTo>
                    <a:pt x="144" y="47"/>
                    <a:pt x="144" y="47"/>
                    <a:pt x="144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4" y="49"/>
                    <a:pt x="144" y="49"/>
                    <a:pt x="144" y="49"/>
                  </a:cubicBezTo>
                  <a:lnTo>
                    <a:pt x="144" y="47"/>
                  </a:lnTo>
                  <a:close/>
                  <a:moveTo>
                    <a:pt x="144" y="45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4" y="45"/>
                    <a:pt x="144" y="45"/>
                    <a:pt x="144" y="45"/>
                  </a:cubicBezTo>
                  <a:close/>
                  <a:moveTo>
                    <a:pt x="144" y="49"/>
                  </a:moveTo>
                  <a:cubicBezTo>
                    <a:pt x="144" y="49"/>
                    <a:pt x="144" y="49"/>
                    <a:pt x="144" y="49"/>
                  </a:cubicBezTo>
                  <a:cubicBezTo>
                    <a:pt x="144" y="49"/>
                    <a:pt x="144" y="49"/>
                    <a:pt x="144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lnTo>
                    <a:pt x="144" y="49"/>
                  </a:lnTo>
                  <a:close/>
                  <a:moveTo>
                    <a:pt x="146" y="45"/>
                  </a:moveTo>
                  <a:cubicBezTo>
                    <a:pt x="146" y="45"/>
                    <a:pt x="146" y="45"/>
                    <a:pt x="146" y="45"/>
                  </a:cubicBezTo>
                  <a:cubicBezTo>
                    <a:pt x="146" y="45"/>
                    <a:pt x="147" y="45"/>
                    <a:pt x="147" y="45"/>
                  </a:cubicBezTo>
                  <a:cubicBezTo>
                    <a:pt x="147" y="45"/>
                    <a:pt x="148" y="45"/>
                    <a:pt x="148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6" y="45"/>
                    <a:pt x="146" y="45"/>
                    <a:pt x="146" y="45"/>
                  </a:cubicBez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5"/>
                    <a:pt x="146" y="45"/>
                    <a:pt x="146" y="45"/>
                  </a:cubicBezTo>
                  <a:lnTo>
                    <a:pt x="148" y="45"/>
                  </a:lnTo>
                  <a:close/>
                  <a:moveTo>
                    <a:pt x="146" y="49"/>
                  </a:moveTo>
                  <a:cubicBezTo>
                    <a:pt x="146" y="49"/>
                    <a:pt x="146" y="49"/>
                    <a:pt x="146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7" y="49"/>
                    <a:pt x="147" y="49"/>
                    <a:pt x="147" y="49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9"/>
                    <a:pt x="148" y="49"/>
                    <a:pt x="148" y="49"/>
                  </a:cubicBezTo>
                  <a:lnTo>
                    <a:pt x="146" y="49"/>
                  </a:lnTo>
                  <a:close/>
                  <a:moveTo>
                    <a:pt x="148" y="45"/>
                  </a:moveTo>
                  <a:cubicBezTo>
                    <a:pt x="148" y="45"/>
                    <a:pt x="148" y="45"/>
                    <a:pt x="148" y="45"/>
                  </a:cubicBezTo>
                  <a:cubicBezTo>
                    <a:pt x="149" y="45"/>
                    <a:pt x="149" y="45"/>
                    <a:pt x="150" y="45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48" y="46"/>
                    <a:pt x="148" y="46"/>
                    <a:pt x="148" y="46"/>
                  </a:cubicBezTo>
                  <a:lnTo>
                    <a:pt x="148" y="45"/>
                  </a:lnTo>
                  <a:close/>
                  <a:moveTo>
                    <a:pt x="148" y="47"/>
                  </a:moveTo>
                  <a:cubicBezTo>
                    <a:pt x="148" y="47"/>
                    <a:pt x="148" y="47"/>
                    <a:pt x="148" y="47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48" y="47"/>
                    <a:pt x="148" y="47"/>
                    <a:pt x="148" y="47"/>
                  </a:cubicBezTo>
                  <a:close/>
                  <a:moveTo>
                    <a:pt x="148" y="49"/>
                  </a:moveTo>
                  <a:cubicBezTo>
                    <a:pt x="148" y="49"/>
                    <a:pt x="148" y="49"/>
                    <a:pt x="148" y="49"/>
                  </a:cubicBezTo>
                  <a:cubicBezTo>
                    <a:pt x="148" y="47"/>
                    <a:pt x="148" y="47"/>
                    <a:pt x="148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9"/>
                    <a:pt x="150" y="49"/>
                    <a:pt x="150" y="49"/>
                  </a:cubicBezTo>
                  <a:lnTo>
                    <a:pt x="148" y="49"/>
                  </a:lnTo>
                  <a:close/>
                  <a:moveTo>
                    <a:pt x="150" y="49"/>
                  </a:moveTo>
                  <a:cubicBezTo>
                    <a:pt x="150" y="49"/>
                    <a:pt x="150" y="49"/>
                    <a:pt x="150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0" y="46"/>
                    <a:pt x="150" y="46"/>
                    <a:pt x="150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5"/>
                    <a:pt x="151" y="45"/>
                    <a:pt x="152" y="45"/>
                  </a:cubicBezTo>
                  <a:cubicBezTo>
                    <a:pt x="152" y="46"/>
                    <a:pt x="152" y="46"/>
                    <a:pt x="152" y="46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1" y="49"/>
                    <a:pt x="151" y="49"/>
                    <a:pt x="151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0" y="49"/>
                  </a:lnTo>
                  <a:close/>
                  <a:moveTo>
                    <a:pt x="152" y="45"/>
                  </a:moveTo>
                  <a:cubicBezTo>
                    <a:pt x="152" y="45"/>
                    <a:pt x="152" y="45"/>
                    <a:pt x="152" y="45"/>
                  </a:cubicBezTo>
                  <a:cubicBezTo>
                    <a:pt x="153" y="45"/>
                    <a:pt x="153" y="45"/>
                    <a:pt x="154" y="45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2" y="46"/>
                    <a:pt x="152" y="46"/>
                    <a:pt x="152" y="46"/>
                  </a:cubicBezTo>
                  <a:lnTo>
                    <a:pt x="152" y="45"/>
                  </a:lnTo>
                  <a:close/>
                  <a:moveTo>
                    <a:pt x="152" y="47"/>
                  </a:moveTo>
                  <a:cubicBezTo>
                    <a:pt x="152" y="47"/>
                    <a:pt x="152" y="47"/>
                    <a:pt x="152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2" y="49"/>
                    <a:pt x="152" y="49"/>
                    <a:pt x="152" y="49"/>
                  </a:cubicBezTo>
                  <a:lnTo>
                    <a:pt x="152" y="47"/>
                  </a:lnTo>
                  <a:close/>
                  <a:moveTo>
                    <a:pt x="152" y="49"/>
                  </a:moveTo>
                  <a:cubicBezTo>
                    <a:pt x="152" y="49"/>
                    <a:pt x="152" y="49"/>
                    <a:pt x="152" y="49"/>
                  </a:cubicBezTo>
                  <a:cubicBezTo>
                    <a:pt x="152" y="49"/>
                    <a:pt x="152" y="49"/>
                    <a:pt x="152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lnTo>
                    <a:pt x="152" y="49"/>
                  </a:lnTo>
                  <a:close/>
                  <a:moveTo>
                    <a:pt x="154" y="49"/>
                  </a:move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9"/>
                    <a:pt x="154" y="49"/>
                    <a:pt x="154" y="49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7"/>
                    <a:pt x="154" y="47"/>
                    <a:pt x="154" y="47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5" y="45"/>
                    <a:pt x="155" y="45"/>
                    <a:pt x="155" y="4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4" y="48"/>
                    <a:pt x="154" y="48"/>
                    <a:pt x="154" y="48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5" y="49"/>
                    <a:pt x="155" y="49"/>
                    <a:pt x="155" y="49"/>
                  </a:cubicBezTo>
                  <a:lnTo>
                    <a:pt x="154" y="49"/>
                  </a:lnTo>
                  <a:close/>
                  <a:moveTo>
                    <a:pt x="155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5" y="48"/>
                    <a:pt x="155" y="48"/>
                    <a:pt x="155" y="48"/>
                  </a:cubicBezTo>
                  <a:lnTo>
                    <a:pt x="155" y="45"/>
                  </a:lnTo>
                  <a:close/>
                  <a:moveTo>
                    <a:pt x="155" y="49"/>
                  </a:moveTo>
                  <a:cubicBezTo>
                    <a:pt x="155" y="49"/>
                    <a:pt x="155" y="49"/>
                    <a:pt x="155" y="49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6" y="49"/>
                    <a:pt x="156" y="49"/>
                    <a:pt x="156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8"/>
                    <a:pt x="157" y="48"/>
                    <a:pt x="157" y="48"/>
                  </a:cubicBezTo>
                  <a:cubicBezTo>
                    <a:pt x="157" y="46"/>
                    <a:pt x="157" y="46"/>
                    <a:pt x="157" y="46"/>
                  </a:cubicBezTo>
                  <a:cubicBezTo>
                    <a:pt x="158" y="46"/>
                    <a:pt x="158" y="46"/>
                    <a:pt x="158" y="46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7" y="47"/>
                    <a:pt x="157" y="47"/>
                    <a:pt x="157" y="47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7" y="49"/>
                    <a:pt x="157" y="49"/>
                    <a:pt x="157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5" y="49"/>
                  </a:ln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8" y="47"/>
                    <a:pt x="158" y="47"/>
                    <a:pt x="158" y="47"/>
                  </a:cubicBezTo>
                  <a:close/>
                  <a:moveTo>
                    <a:pt x="158" y="47"/>
                  </a:moveTo>
                  <a:cubicBezTo>
                    <a:pt x="158" y="47"/>
                    <a:pt x="158" y="47"/>
                    <a:pt x="158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9"/>
                    <a:pt x="158" y="49"/>
                    <a:pt x="158" y="49"/>
                  </a:cubicBezTo>
                  <a:lnTo>
                    <a:pt x="158" y="47"/>
                  </a:lnTo>
                  <a:close/>
                  <a:moveTo>
                    <a:pt x="158" y="49"/>
                  </a:moveTo>
                  <a:cubicBezTo>
                    <a:pt x="158" y="49"/>
                    <a:pt x="158" y="49"/>
                    <a:pt x="158" y="49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lnTo>
                    <a:pt x="158" y="49"/>
                  </a:lnTo>
                  <a:close/>
                  <a:moveTo>
                    <a:pt x="159" y="49"/>
                  </a:moveTo>
                  <a:cubicBezTo>
                    <a:pt x="159" y="49"/>
                    <a:pt x="159" y="49"/>
                    <a:pt x="159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0" y="47"/>
                    <a:pt x="160" y="47"/>
                    <a:pt x="160" y="47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8"/>
                    <a:pt x="160" y="48"/>
                    <a:pt x="160" y="48"/>
                  </a:cubicBezTo>
                  <a:cubicBezTo>
                    <a:pt x="160" y="49"/>
                    <a:pt x="160" y="49"/>
                    <a:pt x="160" y="49"/>
                  </a:cubicBezTo>
                  <a:lnTo>
                    <a:pt x="159" y="49"/>
                  </a:lnTo>
                  <a:close/>
                  <a:moveTo>
                    <a:pt x="161" y="49"/>
                  </a:moveTo>
                  <a:cubicBezTo>
                    <a:pt x="161" y="49"/>
                    <a:pt x="161" y="49"/>
                    <a:pt x="161" y="49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lnTo>
                    <a:pt x="161" y="49"/>
                  </a:lnTo>
                  <a:close/>
                  <a:moveTo>
                    <a:pt x="161" y="48"/>
                  </a:move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8"/>
                    <a:pt x="161" y="48"/>
                    <a:pt x="161" y="48"/>
                  </a:cubicBezTo>
                  <a:close/>
                  <a:moveTo>
                    <a:pt x="163" y="49"/>
                  </a:moveTo>
                  <a:cubicBezTo>
                    <a:pt x="163" y="49"/>
                    <a:pt x="163" y="49"/>
                    <a:pt x="163" y="49"/>
                  </a:cubicBezTo>
                  <a:cubicBezTo>
                    <a:pt x="163" y="49"/>
                    <a:pt x="163" y="49"/>
                    <a:pt x="163" y="49"/>
                  </a:cubicBezTo>
                  <a:cubicBezTo>
                    <a:pt x="165" y="49"/>
                    <a:pt x="165" y="49"/>
                    <a:pt x="165" y="49"/>
                  </a:cubicBezTo>
                  <a:lnTo>
                    <a:pt x="163" y="49"/>
                  </a:lnTo>
                  <a:close/>
                  <a:moveTo>
                    <a:pt x="166" y="48"/>
                  </a:moveTo>
                  <a:cubicBezTo>
                    <a:pt x="166" y="48"/>
                    <a:pt x="166" y="48"/>
                    <a:pt x="166" y="48"/>
                  </a:cubicBezTo>
                  <a:cubicBezTo>
                    <a:pt x="156" y="44"/>
                    <a:pt x="156" y="44"/>
                    <a:pt x="156" y="44"/>
                  </a:cubicBezTo>
                  <a:cubicBezTo>
                    <a:pt x="156" y="44"/>
                    <a:pt x="146" y="44"/>
                    <a:pt x="145" y="44"/>
                  </a:cubicBezTo>
                  <a:cubicBezTo>
                    <a:pt x="144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2"/>
                    <a:pt x="144" y="42"/>
                    <a:pt x="145" y="42"/>
                  </a:cubicBezTo>
                  <a:cubicBezTo>
                    <a:pt x="146" y="43"/>
                    <a:pt x="153" y="43"/>
                    <a:pt x="154" y="43"/>
                  </a:cubicBezTo>
                  <a:cubicBezTo>
                    <a:pt x="166" y="48"/>
                    <a:pt x="166" y="48"/>
                    <a:pt x="166" y="48"/>
                  </a:cubicBezTo>
                  <a:close/>
                  <a:moveTo>
                    <a:pt x="88" y="40"/>
                  </a:moveTo>
                  <a:cubicBezTo>
                    <a:pt x="88" y="40"/>
                    <a:pt x="88" y="40"/>
                    <a:pt x="88" y="4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8" y="40"/>
                    <a:pt x="88" y="40"/>
                    <a:pt x="88" y="40"/>
                  </a:cubicBezTo>
                  <a:close/>
                  <a:moveTo>
                    <a:pt x="92" y="40"/>
                  </a:moveTo>
                  <a:cubicBezTo>
                    <a:pt x="92" y="40"/>
                    <a:pt x="92" y="40"/>
                    <a:pt x="92" y="40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40"/>
                    <a:pt x="92" y="40"/>
                    <a:pt x="92" y="40"/>
                  </a:cubicBezTo>
                  <a:close/>
                  <a:moveTo>
                    <a:pt x="117" y="39"/>
                  </a:move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ubicBezTo>
                    <a:pt x="117" y="39"/>
                    <a:pt x="117" y="39"/>
                    <a:pt x="117" y="39"/>
                  </a:cubicBezTo>
                  <a:close/>
                  <a:moveTo>
                    <a:pt x="20" y="37"/>
                  </a:moveTo>
                  <a:cubicBezTo>
                    <a:pt x="20" y="37"/>
                    <a:pt x="20" y="37"/>
                    <a:pt x="20" y="37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2" y="37"/>
                    <a:pt x="21" y="37"/>
                    <a:pt x="20" y="37"/>
                  </a:cubicBezTo>
                  <a:close/>
                  <a:moveTo>
                    <a:pt x="18" y="37"/>
                  </a:moveTo>
                  <a:cubicBezTo>
                    <a:pt x="18" y="37"/>
                    <a:pt x="18" y="37"/>
                    <a:pt x="18" y="3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7"/>
                    <a:pt x="18" y="37"/>
                    <a:pt x="18" y="37"/>
                  </a:cubicBezTo>
                  <a:close/>
                  <a:moveTo>
                    <a:pt x="44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9" y="51"/>
                    <a:pt x="50" y="51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7" y="37"/>
                    <a:pt x="46" y="37"/>
                    <a:pt x="44" y="37"/>
                  </a:cubicBezTo>
                  <a:close/>
                  <a:moveTo>
                    <a:pt x="15" y="38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lose/>
                  <a:moveTo>
                    <a:pt x="24" y="37"/>
                  </a:moveTo>
                  <a:cubicBezTo>
                    <a:pt x="24" y="37"/>
                    <a:pt x="24" y="37"/>
                    <a:pt x="24" y="37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5" y="37"/>
                    <a:pt x="24" y="37"/>
                  </a:cubicBezTo>
                  <a:close/>
                  <a:moveTo>
                    <a:pt x="16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lose/>
                  <a:moveTo>
                    <a:pt x="38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3" y="51"/>
                    <a:pt x="45" y="51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7"/>
                    <a:pt x="40" y="37"/>
                    <a:pt x="38" y="36"/>
                  </a:cubicBezTo>
                  <a:close/>
                  <a:moveTo>
                    <a:pt x="33" y="36"/>
                  </a:move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8" y="51"/>
                    <a:pt x="39" y="51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6"/>
                    <a:pt x="34" y="36"/>
                    <a:pt x="33" y="36"/>
                  </a:cubicBezTo>
                  <a:close/>
                  <a:moveTo>
                    <a:pt x="28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29" y="36"/>
                    <a:pt x="28" y="37"/>
                  </a:cubicBezTo>
                  <a:close/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1"/>
                    <a:pt x="34" y="51"/>
                    <a:pt x="3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0" y="4299"/>
              <a:ext cx="5775" cy="3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1"/>
            <p:cNvSpPr/>
            <p:nvPr/>
          </p:nvSpPr>
          <p:spPr bwMode="auto">
            <a:xfrm>
              <a:off x="4947" y="4133"/>
              <a:ext cx="122" cy="131"/>
            </a:xfrm>
            <a:custGeom>
              <a:avLst/>
              <a:gdLst>
                <a:gd name="T0" fmla="*/ 34 w 47"/>
                <a:gd name="T1" fmla="*/ 3 h 49"/>
                <a:gd name="T2" fmla="*/ 34 w 47"/>
                <a:gd name="T3" fmla="*/ 5 h 49"/>
                <a:gd name="T4" fmla="*/ 33 w 47"/>
                <a:gd name="T5" fmla="*/ 12 h 49"/>
                <a:gd name="T6" fmla="*/ 37 w 47"/>
                <a:gd name="T7" fmla="*/ 12 h 49"/>
                <a:gd name="T8" fmla="*/ 40 w 47"/>
                <a:gd name="T9" fmla="*/ 12 h 49"/>
                <a:gd name="T10" fmla="*/ 47 w 47"/>
                <a:gd name="T11" fmla="*/ 15 h 49"/>
                <a:gd name="T12" fmla="*/ 43 w 47"/>
                <a:gd name="T13" fmla="*/ 16 h 49"/>
                <a:gd name="T14" fmla="*/ 37 w 47"/>
                <a:gd name="T15" fmla="*/ 16 h 49"/>
                <a:gd name="T16" fmla="*/ 36 w 47"/>
                <a:gd name="T17" fmla="*/ 18 h 49"/>
                <a:gd name="T18" fmla="*/ 32 w 47"/>
                <a:gd name="T19" fmla="*/ 25 h 49"/>
                <a:gd name="T20" fmla="*/ 32 w 47"/>
                <a:gd name="T21" fmla="*/ 30 h 49"/>
                <a:gd name="T22" fmla="*/ 32 w 47"/>
                <a:gd name="T23" fmla="*/ 31 h 49"/>
                <a:gd name="T24" fmla="*/ 33 w 47"/>
                <a:gd name="T25" fmla="*/ 37 h 49"/>
                <a:gd name="T26" fmla="*/ 33 w 47"/>
                <a:gd name="T27" fmla="*/ 39 h 49"/>
                <a:gd name="T28" fmla="*/ 33 w 47"/>
                <a:gd name="T29" fmla="*/ 43 h 49"/>
                <a:gd name="T30" fmla="*/ 31 w 47"/>
                <a:gd name="T31" fmla="*/ 49 h 49"/>
                <a:gd name="T32" fmla="*/ 28 w 47"/>
                <a:gd name="T33" fmla="*/ 45 h 49"/>
                <a:gd name="T34" fmla="*/ 27 w 47"/>
                <a:gd name="T35" fmla="*/ 40 h 49"/>
                <a:gd name="T36" fmla="*/ 26 w 47"/>
                <a:gd name="T37" fmla="*/ 37 h 49"/>
                <a:gd name="T38" fmla="*/ 28 w 47"/>
                <a:gd name="T39" fmla="*/ 36 h 49"/>
                <a:gd name="T40" fmla="*/ 28 w 47"/>
                <a:gd name="T41" fmla="*/ 34 h 49"/>
                <a:gd name="T42" fmla="*/ 28 w 47"/>
                <a:gd name="T43" fmla="*/ 29 h 49"/>
                <a:gd name="T44" fmla="*/ 25 w 47"/>
                <a:gd name="T45" fmla="*/ 33 h 49"/>
                <a:gd name="T46" fmla="*/ 22 w 47"/>
                <a:gd name="T47" fmla="*/ 36 h 49"/>
                <a:gd name="T48" fmla="*/ 21 w 47"/>
                <a:gd name="T49" fmla="*/ 37 h 49"/>
                <a:gd name="T50" fmla="*/ 16 w 47"/>
                <a:gd name="T51" fmla="*/ 40 h 49"/>
                <a:gd name="T52" fmla="*/ 16 w 47"/>
                <a:gd name="T53" fmla="*/ 36 h 49"/>
                <a:gd name="T54" fmla="*/ 14 w 47"/>
                <a:gd name="T55" fmla="*/ 36 h 49"/>
                <a:gd name="T56" fmla="*/ 18 w 47"/>
                <a:gd name="T57" fmla="*/ 30 h 49"/>
                <a:gd name="T58" fmla="*/ 21 w 47"/>
                <a:gd name="T59" fmla="*/ 27 h 49"/>
                <a:gd name="T60" fmla="*/ 25 w 47"/>
                <a:gd name="T61" fmla="*/ 23 h 49"/>
                <a:gd name="T62" fmla="*/ 28 w 47"/>
                <a:gd name="T63" fmla="*/ 18 h 49"/>
                <a:gd name="T64" fmla="*/ 26 w 47"/>
                <a:gd name="T65" fmla="*/ 17 h 49"/>
                <a:gd name="T66" fmla="*/ 26 w 47"/>
                <a:gd name="T67" fmla="*/ 17 h 49"/>
                <a:gd name="T68" fmla="*/ 19 w 47"/>
                <a:gd name="T69" fmla="*/ 20 h 49"/>
                <a:gd name="T70" fmla="*/ 16 w 47"/>
                <a:gd name="T71" fmla="*/ 21 h 49"/>
                <a:gd name="T72" fmla="*/ 10 w 47"/>
                <a:gd name="T73" fmla="*/ 24 h 49"/>
                <a:gd name="T74" fmla="*/ 1 w 47"/>
                <a:gd name="T75" fmla="*/ 23 h 49"/>
                <a:gd name="T76" fmla="*/ 4 w 47"/>
                <a:gd name="T77" fmla="*/ 21 h 49"/>
                <a:gd name="T78" fmla="*/ 8 w 47"/>
                <a:gd name="T79" fmla="*/ 21 h 49"/>
                <a:gd name="T80" fmla="*/ 11 w 47"/>
                <a:gd name="T81" fmla="*/ 20 h 49"/>
                <a:gd name="T82" fmla="*/ 17 w 47"/>
                <a:gd name="T83" fmla="*/ 18 h 49"/>
                <a:gd name="T84" fmla="*/ 29 w 47"/>
                <a:gd name="T85" fmla="*/ 8 h 49"/>
                <a:gd name="T86" fmla="*/ 29 w 47"/>
                <a:gd name="T87" fmla="*/ 4 h 49"/>
                <a:gd name="T88" fmla="*/ 27 w 47"/>
                <a:gd name="T89" fmla="*/ 1 h 49"/>
                <a:gd name="T90" fmla="*/ 33 w 47"/>
                <a:gd name="T9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49">
                  <a:moveTo>
                    <a:pt x="33" y="1"/>
                  </a:moveTo>
                  <a:cubicBezTo>
                    <a:pt x="34" y="1"/>
                    <a:pt x="33" y="2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4"/>
                    <a:pt x="34" y="5"/>
                    <a:pt x="34" y="5"/>
                  </a:cubicBezTo>
                  <a:cubicBezTo>
                    <a:pt x="34" y="8"/>
                    <a:pt x="33" y="10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5" y="12"/>
                    <a:pt x="36" y="12"/>
                    <a:pt x="37" y="12"/>
                  </a:cubicBezTo>
                  <a:cubicBezTo>
                    <a:pt x="37" y="12"/>
                    <a:pt x="37" y="12"/>
                    <a:pt x="38" y="12"/>
                  </a:cubicBezTo>
                  <a:cubicBezTo>
                    <a:pt x="38" y="12"/>
                    <a:pt x="39" y="12"/>
                    <a:pt x="40" y="12"/>
                  </a:cubicBezTo>
                  <a:cubicBezTo>
                    <a:pt x="42" y="12"/>
                    <a:pt x="43" y="13"/>
                    <a:pt x="45" y="13"/>
                  </a:cubicBezTo>
                  <a:cubicBezTo>
                    <a:pt x="45" y="14"/>
                    <a:pt x="46" y="14"/>
                    <a:pt x="47" y="15"/>
                  </a:cubicBezTo>
                  <a:cubicBezTo>
                    <a:pt x="46" y="16"/>
                    <a:pt x="47" y="17"/>
                    <a:pt x="45" y="17"/>
                  </a:cubicBezTo>
                  <a:cubicBezTo>
                    <a:pt x="45" y="16"/>
                    <a:pt x="44" y="17"/>
                    <a:pt x="43" y="16"/>
                  </a:cubicBezTo>
                  <a:cubicBezTo>
                    <a:pt x="43" y="16"/>
                    <a:pt x="42" y="16"/>
                    <a:pt x="41" y="16"/>
                  </a:cubicBezTo>
                  <a:cubicBezTo>
                    <a:pt x="40" y="16"/>
                    <a:pt x="39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7"/>
                    <a:pt x="37" y="18"/>
                    <a:pt x="36" y="18"/>
                  </a:cubicBezTo>
                  <a:cubicBezTo>
                    <a:pt x="36" y="19"/>
                    <a:pt x="36" y="20"/>
                    <a:pt x="36" y="20"/>
                  </a:cubicBezTo>
                  <a:cubicBezTo>
                    <a:pt x="34" y="22"/>
                    <a:pt x="33" y="23"/>
                    <a:pt x="32" y="25"/>
                  </a:cubicBezTo>
                  <a:cubicBezTo>
                    <a:pt x="32" y="25"/>
                    <a:pt x="32" y="26"/>
                    <a:pt x="32" y="26"/>
                  </a:cubicBezTo>
                  <a:cubicBezTo>
                    <a:pt x="32" y="27"/>
                    <a:pt x="32" y="28"/>
                    <a:pt x="32" y="30"/>
                  </a:cubicBezTo>
                  <a:cubicBezTo>
                    <a:pt x="32" y="30"/>
                    <a:pt x="32" y="30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2"/>
                    <a:pt x="33" y="33"/>
                  </a:cubicBezTo>
                  <a:cubicBezTo>
                    <a:pt x="32" y="34"/>
                    <a:pt x="32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3" y="38"/>
                    <a:pt x="32" y="39"/>
                    <a:pt x="33" y="39"/>
                  </a:cubicBezTo>
                  <a:cubicBezTo>
                    <a:pt x="32" y="40"/>
                    <a:pt x="33" y="41"/>
                    <a:pt x="33" y="42"/>
                  </a:cubicBezTo>
                  <a:cubicBezTo>
                    <a:pt x="33" y="42"/>
                    <a:pt x="33" y="42"/>
                    <a:pt x="33" y="43"/>
                  </a:cubicBezTo>
                  <a:cubicBezTo>
                    <a:pt x="33" y="44"/>
                    <a:pt x="33" y="45"/>
                    <a:pt x="33" y="46"/>
                  </a:cubicBezTo>
                  <a:cubicBezTo>
                    <a:pt x="32" y="47"/>
                    <a:pt x="32" y="48"/>
                    <a:pt x="31" y="49"/>
                  </a:cubicBezTo>
                  <a:cubicBezTo>
                    <a:pt x="30" y="49"/>
                    <a:pt x="30" y="49"/>
                    <a:pt x="29" y="49"/>
                  </a:cubicBezTo>
                  <a:cubicBezTo>
                    <a:pt x="30" y="47"/>
                    <a:pt x="28" y="47"/>
                    <a:pt x="28" y="45"/>
                  </a:cubicBezTo>
                  <a:cubicBezTo>
                    <a:pt x="27" y="45"/>
                    <a:pt x="27" y="43"/>
                    <a:pt x="28" y="42"/>
                  </a:cubicBezTo>
                  <a:cubicBezTo>
                    <a:pt x="28" y="41"/>
                    <a:pt x="27" y="41"/>
                    <a:pt x="27" y="40"/>
                  </a:cubicBezTo>
                  <a:cubicBezTo>
                    <a:pt x="27" y="39"/>
                    <a:pt x="26" y="39"/>
                    <a:pt x="26" y="38"/>
                  </a:cubicBezTo>
                  <a:cubicBezTo>
                    <a:pt x="26" y="38"/>
                    <a:pt x="27" y="38"/>
                    <a:pt x="26" y="37"/>
                  </a:cubicBezTo>
                  <a:cubicBezTo>
                    <a:pt x="27" y="37"/>
                    <a:pt x="27" y="38"/>
                    <a:pt x="27" y="38"/>
                  </a:cubicBezTo>
                  <a:cubicBezTo>
                    <a:pt x="28" y="38"/>
                    <a:pt x="28" y="37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8" y="33"/>
                    <a:pt x="28" y="31"/>
                    <a:pt x="28" y="30"/>
                  </a:cubicBezTo>
                  <a:cubicBezTo>
                    <a:pt x="28" y="29"/>
                    <a:pt x="29" y="29"/>
                    <a:pt x="28" y="29"/>
                  </a:cubicBezTo>
                  <a:cubicBezTo>
                    <a:pt x="27" y="29"/>
                    <a:pt x="27" y="31"/>
                    <a:pt x="26" y="31"/>
                  </a:cubicBezTo>
                  <a:cubicBezTo>
                    <a:pt x="26" y="32"/>
                    <a:pt x="25" y="32"/>
                    <a:pt x="25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5"/>
                    <a:pt x="22" y="35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19" y="38"/>
                    <a:pt x="18" y="39"/>
                    <a:pt x="16" y="40"/>
                  </a:cubicBezTo>
                  <a:cubicBezTo>
                    <a:pt x="16" y="40"/>
                    <a:pt x="16" y="39"/>
                    <a:pt x="16" y="39"/>
                  </a:cubicBezTo>
                  <a:cubicBezTo>
                    <a:pt x="16" y="38"/>
                    <a:pt x="16" y="37"/>
                    <a:pt x="16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5"/>
                    <a:pt x="16" y="34"/>
                    <a:pt x="16" y="33"/>
                  </a:cubicBezTo>
                  <a:cubicBezTo>
                    <a:pt x="17" y="32"/>
                    <a:pt x="17" y="31"/>
                    <a:pt x="18" y="30"/>
                  </a:cubicBezTo>
                  <a:cubicBezTo>
                    <a:pt x="18" y="30"/>
                    <a:pt x="19" y="30"/>
                    <a:pt x="19" y="29"/>
                  </a:cubicBezTo>
                  <a:cubicBezTo>
                    <a:pt x="20" y="28"/>
                    <a:pt x="20" y="28"/>
                    <a:pt x="21" y="27"/>
                  </a:cubicBezTo>
                  <a:cubicBezTo>
                    <a:pt x="21" y="26"/>
                    <a:pt x="22" y="27"/>
                    <a:pt x="22" y="26"/>
                  </a:cubicBezTo>
                  <a:cubicBezTo>
                    <a:pt x="23" y="25"/>
                    <a:pt x="24" y="24"/>
                    <a:pt x="25" y="23"/>
                  </a:cubicBezTo>
                  <a:cubicBezTo>
                    <a:pt x="25" y="22"/>
                    <a:pt x="25" y="22"/>
                    <a:pt x="26" y="21"/>
                  </a:cubicBezTo>
                  <a:cubicBezTo>
                    <a:pt x="27" y="20"/>
                    <a:pt x="28" y="19"/>
                    <a:pt x="28" y="18"/>
                  </a:cubicBezTo>
                  <a:cubicBezTo>
                    <a:pt x="28" y="17"/>
                    <a:pt x="30" y="17"/>
                    <a:pt x="29" y="16"/>
                  </a:cubicBezTo>
                  <a:cubicBezTo>
                    <a:pt x="28" y="16"/>
                    <a:pt x="27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4" y="18"/>
                    <a:pt x="23" y="18"/>
                  </a:cubicBezTo>
                  <a:cubicBezTo>
                    <a:pt x="22" y="19"/>
                    <a:pt x="20" y="19"/>
                    <a:pt x="19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4" y="22"/>
                    <a:pt x="13" y="23"/>
                    <a:pt x="12" y="23"/>
                  </a:cubicBezTo>
                  <a:cubicBezTo>
                    <a:pt x="12" y="24"/>
                    <a:pt x="10" y="23"/>
                    <a:pt x="10" y="24"/>
                  </a:cubicBezTo>
                  <a:cubicBezTo>
                    <a:pt x="8" y="25"/>
                    <a:pt x="6" y="26"/>
                    <a:pt x="3" y="26"/>
                  </a:cubicBezTo>
                  <a:cubicBezTo>
                    <a:pt x="3" y="25"/>
                    <a:pt x="2" y="24"/>
                    <a:pt x="1" y="23"/>
                  </a:cubicBezTo>
                  <a:cubicBezTo>
                    <a:pt x="2" y="22"/>
                    <a:pt x="0" y="22"/>
                    <a:pt x="2" y="21"/>
                  </a:cubicBezTo>
                  <a:cubicBezTo>
                    <a:pt x="2" y="21"/>
                    <a:pt x="3" y="22"/>
                    <a:pt x="4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1"/>
                    <a:pt x="7" y="21"/>
                    <a:pt x="8" y="21"/>
                  </a:cubicBezTo>
                  <a:cubicBezTo>
                    <a:pt x="8" y="21"/>
                    <a:pt x="8" y="20"/>
                    <a:pt x="8" y="21"/>
                  </a:cubicBezTo>
                  <a:cubicBezTo>
                    <a:pt x="9" y="20"/>
                    <a:pt x="10" y="20"/>
                    <a:pt x="11" y="20"/>
                  </a:cubicBezTo>
                  <a:cubicBezTo>
                    <a:pt x="12" y="20"/>
                    <a:pt x="13" y="19"/>
                    <a:pt x="14" y="19"/>
                  </a:cubicBezTo>
                  <a:cubicBezTo>
                    <a:pt x="15" y="19"/>
                    <a:pt x="16" y="18"/>
                    <a:pt x="17" y="18"/>
                  </a:cubicBezTo>
                  <a:cubicBezTo>
                    <a:pt x="21" y="16"/>
                    <a:pt x="25" y="15"/>
                    <a:pt x="29" y="14"/>
                  </a:cubicBezTo>
                  <a:cubicBezTo>
                    <a:pt x="29" y="12"/>
                    <a:pt x="29" y="10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2"/>
                    <a:pt x="28" y="2"/>
                  </a:cubicBezTo>
                  <a:cubicBezTo>
                    <a:pt x="28" y="1"/>
                    <a:pt x="26" y="2"/>
                    <a:pt x="27" y="1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30" y="0"/>
                    <a:pt x="32" y="0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4833" y="4128"/>
              <a:ext cx="140" cy="142"/>
            </a:xfrm>
            <a:custGeom>
              <a:avLst/>
              <a:gdLst>
                <a:gd name="T0" fmla="*/ 15 w 54"/>
                <a:gd name="T1" fmla="*/ 0 h 53"/>
                <a:gd name="T2" fmla="*/ 20 w 54"/>
                <a:gd name="T3" fmla="*/ 7 h 53"/>
                <a:gd name="T4" fmla="*/ 23 w 54"/>
                <a:gd name="T5" fmla="*/ 11 h 53"/>
                <a:gd name="T6" fmla="*/ 25 w 54"/>
                <a:gd name="T7" fmla="*/ 15 h 53"/>
                <a:gd name="T8" fmla="*/ 30 w 54"/>
                <a:gd name="T9" fmla="*/ 22 h 53"/>
                <a:gd name="T10" fmla="*/ 33 w 54"/>
                <a:gd name="T11" fmla="*/ 27 h 53"/>
                <a:gd name="T12" fmla="*/ 36 w 54"/>
                <a:gd name="T13" fmla="*/ 25 h 53"/>
                <a:gd name="T14" fmla="*/ 35 w 54"/>
                <a:gd name="T15" fmla="*/ 18 h 53"/>
                <a:gd name="T16" fmla="*/ 39 w 54"/>
                <a:gd name="T17" fmla="*/ 18 h 53"/>
                <a:gd name="T18" fmla="*/ 41 w 54"/>
                <a:gd name="T19" fmla="*/ 25 h 53"/>
                <a:gd name="T20" fmla="*/ 39 w 54"/>
                <a:gd name="T21" fmla="*/ 35 h 53"/>
                <a:gd name="T22" fmla="*/ 42 w 54"/>
                <a:gd name="T23" fmla="*/ 41 h 53"/>
                <a:gd name="T24" fmla="*/ 48 w 54"/>
                <a:gd name="T25" fmla="*/ 46 h 53"/>
                <a:gd name="T26" fmla="*/ 51 w 54"/>
                <a:gd name="T27" fmla="*/ 45 h 53"/>
                <a:gd name="T28" fmla="*/ 54 w 54"/>
                <a:gd name="T29" fmla="*/ 51 h 53"/>
                <a:gd name="T30" fmla="*/ 53 w 54"/>
                <a:gd name="T31" fmla="*/ 53 h 53"/>
                <a:gd name="T32" fmla="*/ 51 w 54"/>
                <a:gd name="T33" fmla="*/ 53 h 53"/>
                <a:gd name="T34" fmla="*/ 44 w 54"/>
                <a:gd name="T35" fmla="*/ 48 h 53"/>
                <a:gd name="T36" fmla="*/ 37 w 54"/>
                <a:gd name="T37" fmla="*/ 40 h 53"/>
                <a:gd name="T38" fmla="*/ 32 w 54"/>
                <a:gd name="T39" fmla="*/ 42 h 53"/>
                <a:gd name="T40" fmla="*/ 27 w 54"/>
                <a:gd name="T41" fmla="*/ 44 h 53"/>
                <a:gd name="T42" fmla="*/ 25 w 54"/>
                <a:gd name="T43" fmla="*/ 43 h 53"/>
                <a:gd name="T44" fmla="*/ 30 w 54"/>
                <a:gd name="T45" fmla="*/ 41 h 53"/>
                <a:gd name="T46" fmla="*/ 34 w 54"/>
                <a:gd name="T47" fmla="*/ 35 h 53"/>
                <a:gd name="T48" fmla="*/ 32 w 54"/>
                <a:gd name="T49" fmla="*/ 31 h 53"/>
                <a:gd name="T50" fmla="*/ 26 w 54"/>
                <a:gd name="T51" fmla="*/ 34 h 53"/>
                <a:gd name="T52" fmla="*/ 22 w 54"/>
                <a:gd name="T53" fmla="*/ 38 h 53"/>
                <a:gd name="T54" fmla="*/ 17 w 54"/>
                <a:gd name="T55" fmla="*/ 44 h 53"/>
                <a:gd name="T56" fmla="*/ 14 w 54"/>
                <a:gd name="T57" fmla="*/ 45 h 53"/>
                <a:gd name="T58" fmla="*/ 12 w 54"/>
                <a:gd name="T59" fmla="*/ 37 h 53"/>
                <a:gd name="T60" fmla="*/ 19 w 54"/>
                <a:gd name="T61" fmla="*/ 34 h 53"/>
                <a:gd name="T62" fmla="*/ 24 w 54"/>
                <a:gd name="T63" fmla="*/ 27 h 53"/>
                <a:gd name="T64" fmla="*/ 19 w 54"/>
                <a:gd name="T65" fmla="*/ 28 h 53"/>
                <a:gd name="T66" fmla="*/ 16 w 54"/>
                <a:gd name="T67" fmla="*/ 29 h 53"/>
                <a:gd name="T68" fmla="*/ 9 w 54"/>
                <a:gd name="T69" fmla="*/ 34 h 53"/>
                <a:gd name="T70" fmla="*/ 7 w 54"/>
                <a:gd name="T71" fmla="*/ 42 h 53"/>
                <a:gd name="T72" fmla="*/ 3 w 54"/>
                <a:gd name="T73" fmla="*/ 42 h 53"/>
                <a:gd name="T74" fmla="*/ 2 w 54"/>
                <a:gd name="T75" fmla="*/ 38 h 53"/>
                <a:gd name="T76" fmla="*/ 4 w 54"/>
                <a:gd name="T77" fmla="*/ 29 h 53"/>
                <a:gd name="T78" fmla="*/ 1 w 54"/>
                <a:gd name="T79" fmla="*/ 23 h 53"/>
                <a:gd name="T80" fmla="*/ 7 w 54"/>
                <a:gd name="T81" fmla="*/ 28 h 53"/>
                <a:gd name="T82" fmla="*/ 10 w 54"/>
                <a:gd name="T83" fmla="*/ 27 h 53"/>
                <a:gd name="T84" fmla="*/ 13 w 54"/>
                <a:gd name="T85" fmla="*/ 23 h 53"/>
                <a:gd name="T86" fmla="*/ 14 w 54"/>
                <a:gd name="T87" fmla="*/ 21 h 53"/>
                <a:gd name="T88" fmla="*/ 16 w 54"/>
                <a:gd name="T89" fmla="*/ 19 h 53"/>
                <a:gd name="T90" fmla="*/ 15 w 54"/>
                <a:gd name="T91" fmla="*/ 17 h 53"/>
                <a:gd name="T92" fmla="*/ 10 w 54"/>
                <a:gd name="T93" fmla="*/ 20 h 53"/>
                <a:gd name="T94" fmla="*/ 6 w 54"/>
                <a:gd name="T95" fmla="*/ 20 h 53"/>
                <a:gd name="T96" fmla="*/ 3 w 54"/>
                <a:gd name="T97" fmla="*/ 19 h 53"/>
                <a:gd name="T98" fmla="*/ 11 w 54"/>
                <a:gd name="T99" fmla="*/ 16 h 53"/>
                <a:gd name="T100" fmla="*/ 19 w 54"/>
                <a:gd name="T101" fmla="*/ 12 h 53"/>
                <a:gd name="T102" fmla="*/ 16 w 54"/>
                <a:gd name="T103" fmla="*/ 8 h 53"/>
                <a:gd name="T104" fmla="*/ 10 w 54"/>
                <a:gd name="T105" fmla="*/ 1 h 53"/>
                <a:gd name="T106" fmla="*/ 31 w 54"/>
                <a:gd name="T107" fmla="*/ 4 h 53"/>
                <a:gd name="T108" fmla="*/ 33 w 54"/>
                <a:gd name="T109" fmla="*/ 8 h 53"/>
                <a:gd name="T110" fmla="*/ 29 w 54"/>
                <a:gd name="T111" fmla="*/ 9 h 53"/>
                <a:gd name="T112" fmla="*/ 27 w 54"/>
                <a:gd name="T113" fmla="*/ 3 h 53"/>
                <a:gd name="T114" fmla="*/ 29 w 54"/>
                <a:gd name="T115" fmla="*/ 4 h 53"/>
                <a:gd name="T116" fmla="*/ 25 w 54"/>
                <a:gd name="T117" fmla="*/ 19 h 53"/>
                <a:gd name="T118" fmla="*/ 18 w 54"/>
                <a:gd name="T119" fmla="*/ 25 h 53"/>
                <a:gd name="T120" fmla="*/ 23 w 54"/>
                <a:gd name="T121" fmla="*/ 17 h 53"/>
                <a:gd name="T122" fmla="*/ 12 w 54"/>
                <a:gd name="T123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" h="53">
                  <a:moveTo>
                    <a:pt x="12" y="0"/>
                  </a:move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0"/>
                    <a:pt x="15" y="0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7" y="4"/>
                    <a:pt x="18" y="4"/>
                    <a:pt x="18" y="5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8"/>
                    <a:pt x="22" y="8"/>
                    <a:pt x="21" y="10"/>
                  </a:cubicBezTo>
                  <a:cubicBezTo>
                    <a:pt x="21" y="10"/>
                    <a:pt x="22" y="10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4" y="10"/>
                    <a:pt x="25" y="10"/>
                    <a:pt x="26" y="10"/>
                  </a:cubicBezTo>
                  <a:cubicBezTo>
                    <a:pt x="26" y="10"/>
                    <a:pt x="27" y="11"/>
                    <a:pt x="27" y="12"/>
                  </a:cubicBezTo>
                  <a:cubicBezTo>
                    <a:pt x="27" y="12"/>
                    <a:pt x="26" y="12"/>
                    <a:pt x="27" y="12"/>
                  </a:cubicBezTo>
                  <a:cubicBezTo>
                    <a:pt x="26" y="13"/>
                    <a:pt x="26" y="14"/>
                    <a:pt x="25" y="15"/>
                  </a:cubicBezTo>
                  <a:cubicBezTo>
                    <a:pt x="24" y="16"/>
                    <a:pt x="26" y="16"/>
                    <a:pt x="26" y="18"/>
                  </a:cubicBezTo>
                  <a:cubicBezTo>
                    <a:pt x="27" y="18"/>
                    <a:pt x="27" y="19"/>
                    <a:pt x="27" y="19"/>
                  </a:cubicBezTo>
                  <a:cubicBezTo>
                    <a:pt x="28" y="20"/>
                    <a:pt x="28" y="21"/>
                    <a:pt x="28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1" y="22"/>
                    <a:pt x="32" y="23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2" y="26"/>
                    <a:pt x="32" y="27"/>
                    <a:pt x="33" y="27"/>
                  </a:cubicBezTo>
                  <a:cubicBezTo>
                    <a:pt x="33" y="28"/>
                    <a:pt x="34" y="30"/>
                    <a:pt x="35" y="30"/>
                  </a:cubicBezTo>
                  <a:cubicBezTo>
                    <a:pt x="36" y="30"/>
                    <a:pt x="35" y="29"/>
                    <a:pt x="36" y="28"/>
                  </a:cubicBezTo>
                  <a:cubicBezTo>
                    <a:pt x="36" y="28"/>
                    <a:pt x="36" y="26"/>
                    <a:pt x="37" y="26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3"/>
                    <a:pt x="37" y="21"/>
                    <a:pt x="36" y="2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8"/>
                    <a:pt x="35" y="18"/>
                    <a:pt x="36" y="18"/>
                  </a:cubicBezTo>
                  <a:cubicBezTo>
                    <a:pt x="36" y="18"/>
                    <a:pt x="37" y="19"/>
                    <a:pt x="38" y="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40" y="19"/>
                    <a:pt x="39" y="20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1"/>
                    <a:pt x="40" y="22"/>
                    <a:pt x="41" y="22"/>
                  </a:cubicBezTo>
                  <a:cubicBezTo>
                    <a:pt x="40" y="23"/>
                    <a:pt x="41" y="24"/>
                    <a:pt x="41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7"/>
                    <a:pt x="41" y="28"/>
                    <a:pt x="40" y="28"/>
                  </a:cubicBezTo>
                  <a:cubicBezTo>
                    <a:pt x="39" y="30"/>
                    <a:pt x="40" y="33"/>
                    <a:pt x="39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6"/>
                    <a:pt x="39" y="36"/>
                    <a:pt x="39" y="37"/>
                  </a:cubicBezTo>
                  <a:cubicBezTo>
                    <a:pt x="41" y="38"/>
                    <a:pt x="40" y="40"/>
                    <a:pt x="42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4" y="42"/>
                    <a:pt x="44" y="43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6" y="45"/>
                    <a:pt x="47" y="45"/>
                  </a:cubicBezTo>
                  <a:cubicBezTo>
                    <a:pt x="47" y="45"/>
                    <a:pt x="47" y="46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6"/>
                    <a:pt x="49" y="46"/>
                    <a:pt x="49" y="45"/>
                  </a:cubicBezTo>
                  <a:cubicBezTo>
                    <a:pt x="49" y="45"/>
                    <a:pt x="48" y="44"/>
                    <a:pt x="49" y="44"/>
                  </a:cubicBezTo>
                  <a:cubicBezTo>
                    <a:pt x="50" y="44"/>
                    <a:pt x="50" y="45"/>
                    <a:pt x="51" y="45"/>
                  </a:cubicBezTo>
                  <a:cubicBezTo>
                    <a:pt x="50" y="46"/>
                    <a:pt x="52" y="47"/>
                    <a:pt x="52" y="48"/>
                  </a:cubicBezTo>
                  <a:cubicBezTo>
                    <a:pt x="53" y="48"/>
                    <a:pt x="52" y="49"/>
                    <a:pt x="53" y="50"/>
                  </a:cubicBezTo>
                  <a:cubicBezTo>
                    <a:pt x="53" y="50"/>
                    <a:pt x="53" y="51"/>
                    <a:pt x="53" y="51"/>
                  </a:cubicBezTo>
                  <a:cubicBezTo>
                    <a:pt x="53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3" y="52"/>
                    <a:pt x="53" y="52"/>
                  </a:cubicBezTo>
                  <a:cubicBezTo>
                    <a:pt x="53" y="52"/>
                    <a:pt x="54" y="52"/>
                    <a:pt x="53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1" y="53"/>
                    <a:pt x="51" y="53"/>
                    <a:pt x="51" y="53"/>
                  </a:cubicBezTo>
                  <a:cubicBezTo>
                    <a:pt x="50" y="52"/>
                    <a:pt x="49" y="53"/>
                    <a:pt x="49" y="52"/>
                  </a:cubicBezTo>
                  <a:cubicBezTo>
                    <a:pt x="49" y="52"/>
                    <a:pt x="48" y="51"/>
                    <a:pt x="48" y="51"/>
                  </a:cubicBezTo>
                  <a:cubicBezTo>
                    <a:pt x="49" y="50"/>
                    <a:pt x="47" y="51"/>
                    <a:pt x="46" y="50"/>
                  </a:cubicBezTo>
                  <a:cubicBezTo>
                    <a:pt x="46" y="49"/>
                    <a:pt x="44" y="49"/>
                    <a:pt x="44" y="48"/>
                  </a:cubicBezTo>
                  <a:cubicBezTo>
                    <a:pt x="44" y="48"/>
                    <a:pt x="43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1" y="45"/>
                    <a:pt x="39" y="43"/>
                    <a:pt x="39" y="42"/>
                  </a:cubicBezTo>
                  <a:cubicBezTo>
                    <a:pt x="39" y="41"/>
                    <a:pt x="38" y="40"/>
                    <a:pt x="37" y="40"/>
                  </a:cubicBezTo>
                  <a:cubicBezTo>
                    <a:pt x="37" y="40"/>
                    <a:pt x="37" y="39"/>
                    <a:pt x="37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3" y="40"/>
                    <a:pt x="33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1" y="43"/>
                    <a:pt x="31" y="43"/>
                  </a:cubicBezTo>
                  <a:cubicBezTo>
                    <a:pt x="30" y="43"/>
                    <a:pt x="30" y="42"/>
                    <a:pt x="29" y="42"/>
                  </a:cubicBezTo>
                  <a:cubicBezTo>
                    <a:pt x="29" y="43"/>
                    <a:pt x="27" y="42"/>
                    <a:pt x="27" y="44"/>
                  </a:cubicBezTo>
                  <a:cubicBezTo>
                    <a:pt x="26" y="43"/>
                    <a:pt x="25" y="45"/>
                    <a:pt x="24" y="43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7" y="42"/>
                    <a:pt x="27" y="42"/>
                  </a:cubicBezTo>
                  <a:cubicBezTo>
                    <a:pt x="28" y="42"/>
                    <a:pt x="28" y="42"/>
                    <a:pt x="29" y="41"/>
                  </a:cubicBezTo>
                  <a:cubicBezTo>
                    <a:pt x="29" y="42"/>
                    <a:pt x="29" y="41"/>
                    <a:pt x="30" y="41"/>
                  </a:cubicBezTo>
                  <a:cubicBezTo>
                    <a:pt x="29" y="41"/>
                    <a:pt x="30" y="41"/>
                    <a:pt x="30" y="41"/>
                  </a:cubicBezTo>
                  <a:cubicBezTo>
                    <a:pt x="31" y="41"/>
                    <a:pt x="32" y="40"/>
                    <a:pt x="32" y="39"/>
                  </a:cubicBezTo>
                  <a:cubicBezTo>
                    <a:pt x="33" y="39"/>
                    <a:pt x="33" y="38"/>
                    <a:pt x="34" y="37"/>
                  </a:cubicBezTo>
                  <a:cubicBezTo>
                    <a:pt x="34" y="37"/>
                    <a:pt x="34" y="36"/>
                    <a:pt x="34" y="35"/>
                  </a:cubicBezTo>
                  <a:cubicBezTo>
                    <a:pt x="34" y="35"/>
                    <a:pt x="33" y="35"/>
                    <a:pt x="33" y="34"/>
                  </a:cubicBezTo>
                  <a:cubicBezTo>
                    <a:pt x="33" y="33"/>
                    <a:pt x="32" y="32"/>
                    <a:pt x="32" y="31"/>
                  </a:cubicBezTo>
                  <a:cubicBezTo>
                    <a:pt x="32" y="31"/>
                    <a:pt x="31" y="31"/>
                    <a:pt x="31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28"/>
                    <a:pt x="29" y="28"/>
                  </a:cubicBezTo>
                  <a:cubicBezTo>
                    <a:pt x="29" y="29"/>
                    <a:pt x="28" y="29"/>
                    <a:pt x="28" y="30"/>
                  </a:cubicBezTo>
                  <a:cubicBezTo>
                    <a:pt x="27" y="31"/>
                    <a:pt x="27" y="32"/>
                    <a:pt x="26" y="33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5" y="36"/>
                    <a:pt x="24" y="36"/>
                  </a:cubicBezTo>
                  <a:cubicBezTo>
                    <a:pt x="23" y="37"/>
                    <a:pt x="23" y="38"/>
                    <a:pt x="22" y="38"/>
                  </a:cubicBezTo>
                  <a:cubicBezTo>
                    <a:pt x="21" y="38"/>
                    <a:pt x="22" y="40"/>
                    <a:pt x="21" y="40"/>
                  </a:cubicBezTo>
                  <a:cubicBezTo>
                    <a:pt x="20" y="40"/>
                    <a:pt x="20" y="41"/>
                    <a:pt x="19" y="41"/>
                  </a:cubicBezTo>
                  <a:cubicBezTo>
                    <a:pt x="19" y="42"/>
                    <a:pt x="18" y="42"/>
                    <a:pt x="18" y="43"/>
                  </a:cubicBezTo>
                  <a:cubicBezTo>
                    <a:pt x="18" y="43"/>
                    <a:pt x="17" y="43"/>
                    <a:pt x="17" y="44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6" y="44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4" y="45"/>
                    <a:pt x="14" y="45"/>
                  </a:cubicBezTo>
                  <a:cubicBezTo>
                    <a:pt x="12" y="44"/>
                    <a:pt x="13" y="42"/>
                    <a:pt x="12" y="40"/>
                  </a:cubicBezTo>
                  <a:cubicBezTo>
                    <a:pt x="12" y="40"/>
                    <a:pt x="11" y="39"/>
                    <a:pt x="12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2" y="37"/>
                    <a:pt x="12" y="37"/>
                  </a:cubicBezTo>
                  <a:cubicBezTo>
                    <a:pt x="13" y="38"/>
                    <a:pt x="14" y="39"/>
                    <a:pt x="16" y="39"/>
                  </a:cubicBezTo>
                  <a:cubicBezTo>
                    <a:pt x="16" y="40"/>
                    <a:pt x="16" y="39"/>
                    <a:pt x="17" y="39"/>
                  </a:cubicBezTo>
                  <a:cubicBezTo>
                    <a:pt x="16" y="38"/>
                    <a:pt x="18" y="38"/>
                    <a:pt x="17" y="37"/>
                  </a:cubicBezTo>
                  <a:cubicBezTo>
                    <a:pt x="18" y="36"/>
                    <a:pt x="19" y="36"/>
                    <a:pt x="19" y="34"/>
                  </a:cubicBezTo>
                  <a:cubicBezTo>
                    <a:pt x="19" y="34"/>
                    <a:pt x="20" y="33"/>
                    <a:pt x="20" y="33"/>
                  </a:cubicBezTo>
                  <a:cubicBezTo>
                    <a:pt x="20" y="31"/>
                    <a:pt x="22" y="31"/>
                    <a:pt x="22" y="30"/>
                  </a:cubicBezTo>
                  <a:cubicBezTo>
                    <a:pt x="22" y="29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6" y="26"/>
                    <a:pt x="24" y="25"/>
                  </a:cubicBezTo>
                  <a:cubicBezTo>
                    <a:pt x="23" y="25"/>
                    <a:pt x="22" y="26"/>
                    <a:pt x="21" y="26"/>
                  </a:cubicBezTo>
                  <a:cubicBezTo>
                    <a:pt x="21" y="27"/>
                    <a:pt x="20" y="27"/>
                    <a:pt x="20" y="27"/>
                  </a:cubicBezTo>
                  <a:cubicBezTo>
                    <a:pt x="19" y="27"/>
                    <a:pt x="19" y="28"/>
                    <a:pt x="19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4" y="30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0" y="34"/>
                    <a:pt x="9" y="34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39"/>
                    <a:pt x="8" y="40"/>
                    <a:pt x="7" y="41"/>
                  </a:cubicBezTo>
                  <a:cubicBezTo>
                    <a:pt x="8" y="42"/>
                    <a:pt x="6" y="42"/>
                    <a:pt x="7" y="42"/>
                  </a:cubicBezTo>
                  <a:cubicBezTo>
                    <a:pt x="7" y="43"/>
                    <a:pt x="6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5" y="44"/>
                    <a:pt x="4" y="44"/>
                  </a:cubicBezTo>
                  <a:cubicBezTo>
                    <a:pt x="4" y="43"/>
                    <a:pt x="4" y="43"/>
                    <a:pt x="3" y="42"/>
                  </a:cubicBezTo>
                  <a:cubicBezTo>
                    <a:pt x="4" y="41"/>
                    <a:pt x="2" y="41"/>
                    <a:pt x="3" y="40"/>
                  </a:cubicBezTo>
                  <a:cubicBezTo>
                    <a:pt x="2" y="39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7"/>
                    <a:pt x="3" y="36"/>
                    <a:pt x="4" y="36"/>
                  </a:cubicBezTo>
                  <a:cubicBezTo>
                    <a:pt x="4" y="35"/>
                    <a:pt x="4" y="34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ubicBezTo>
                    <a:pt x="4" y="31"/>
                    <a:pt x="4" y="30"/>
                    <a:pt x="4" y="29"/>
                  </a:cubicBezTo>
                  <a:cubicBezTo>
                    <a:pt x="4" y="28"/>
                    <a:pt x="3" y="28"/>
                    <a:pt x="3" y="27"/>
                  </a:cubicBezTo>
                  <a:cubicBezTo>
                    <a:pt x="3" y="26"/>
                    <a:pt x="1" y="26"/>
                    <a:pt x="1" y="24"/>
                  </a:cubicBezTo>
                  <a:cubicBezTo>
                    <a:pt x="1" y="24"/>
                    <a:pt x="0" y="24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2" y="24"/>
                    <a:pt x="3" y="23"/>
                    <a:pt x="3" y="24"/>
                  </a:cubicBezTo>
                  <a:cubicBezTo>
                    <a:pt x="4" y="23"/>
                    <a:pt x="4" y="25"/>
                    <a:pt x="5" y="24"/>
                  </a:cubicBezTo>
                  <a:cubicBezTo>
                    <a:pt x="5" y="25"/>
                    <a:pt x="6" y="25"/>
                    <a:pt x="6" y="26"/>
                  </a:cubicBezTo>
                  <a:cubicBezTo>
                    <a:pt x="7" y="27"/>
                    <a:pt x="6" y="28"/>
                    <a:pt x="7" y="28"/>
                  </a:cubicBezTo>
                  <a:cubicBezTo>
                    <a:pt x="7" y="29"/>
                    <a:pt x="7" y="29"/>
                    <a:pt x="7" y="30"/>
                  </a:cubicBezTo>
                  <a:cubicBezTo>
                    <a:pt x="7" y="30"/>
                    <a:pt x="8" y="30"/>
                    <a:pt x="9" y="31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9" y="28"/>
                    <a:pt x="10" y="28"/>
                    <a:pt x="10" y="27"/>
                  </a:cubicBezTo>
                  <a:cubicBezTo>
                    <a:pt x="11" y="27"/>
                    <a:pt x="10" y="26"/>
                    <a:pt x="12" y="25"/>
                  </a:cubicBezTo>
                  <a:cubicBezTo>
                    <a:pt x="11" y="24"/>
                    <a:pt x="13" y="25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3" y="23"/>
                    <a:pt x="14" y="23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6" y="20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3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0" y="19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8" y="20"/>
                    <a:pt x="7" y="21"/>
                  </a:cubicBezTo>
                  <a:cubicBezTo>
                    <a:pt x="7" y="21"/>
                    <a:pt x="6" y="21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4" y="21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4" y="20"/>
                    <a:pt x="3" y="19"/>
                  </a:cubicBezTo>
                  <a:cubicBezTo>
                    <a:pt x="4" y="19"/>
                    <a:pt x="5" y="18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7" y="18"/>
                    <a:pt x="8" y="18"/>
                  </a:cubicBezTo>
                  <a:cubicBezTo>
                    <a:pt x="9" y="17"/>
                    <a:pt x="10" y="17"/>
                    <a:pt x="11" y="16"/>
                  </a:cubicBezTo>
                  <a:cubicBezTo>
                    <a:pt x="13" y="16"/>
                    <a:pt x="13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7" y="13"/>
                  </a:cubicBezTo>
                  <a:cubicBezTo>
                    <a:pt x="18" y="14"/>
                    <a:pt x="18" y="12"/>
                    <a:pt x="19" y="12"/>
                  </a:cubicBezTo>
                  <a:cubicBezTo>
                    <a:pt x="19" y="11"/>
                    <a:pt x="18" y="10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5" y="7"/>
                    <a:pt x="14" y="6"/>
                  </a:cubicBezTo>
                  <a:cubicBezTo>
                    <a:pt x="14" y="5"/>
                    <a:pt x="13" y="5"/>
                    <a:pt x="13" y="4"/>
                  </a:cubicBezTo>
                  <a:cubicBezTo>
                    <a:pt x="12" y="3"/>
                    <a:pt x="10" y="5"/>
                    <a:pt x="10" y="3"/>
                  </a:cubicBezTo>
                  <a:cubicBezTo>
                    <a:pt x="10" y="2"/>
                    <a:pt x="9" y="2"/>
                    <a:pt x="10" y="1"/>
                  </a:cubicBezTo>
                  <a:cubicBezTo>
                    <a:pt x="10" y="1"/>
                    <a:pt x="10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lose/>
                  <a:moveTo>
                    <a:pt x="31" y="4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5"/>
                    <a:pt x="32" y="4"/>
                    <a:pt x="33" y="6"/>
                  </a:cubicBezTo>
                  <a:cubicBezTo>
                    <a:pt x="33" y="6"/>
                    <a:pt x="32" y="6"/>
                    <a:pt x="32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3" y="10"/>
                    <a:pt x="32" y="9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8"/>
                    <a:pt x="29" y="7"/>
                    <a:pt x="28" y="6"/>
                  </a:cubicBezTo>
                  <a:cubicBezTo>
                    <a:pt x="28" y="5"/>
                    <a:pt x="27" y="5"/>
                    <a:pt x="27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6" y="4"/>
                    <a:pt x="26" y="3"/>
                    <a:pt x="27" y="3"/>
                  </a:cubicBezTo>
                  <a:cubicBezTo>
                    <a:pt x="28" y="4"/>
                    <a:pt x="27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4"/>
                    <a:pt x="31" y="4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5" y="21"/>
                    <a:pt x="24" y="22"/>
                    <a:pt x="24" y="22"/>
                  </a:cubicBezTo>
                  <a:cubicBezTo>
                    <a:pt x="23" y="22"/>
                    <a:pt x="23" y="23"/>
                    <a:pt x="21" y="23"/>
                  </a:cubicBezTo>
                  <a:cubicBezTo>
                    <a:pt x="21" y="24"/>
                    <a:pt x="19" y="24"/>
                    <a:pt x="18" y="25"/>
                  </a:cubicBezTo>
                  <a:cubicBezTo>
                    <a:pt x="18" y="25"/>
                    <a:pt x="17" y="25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9" y="22"/>
                    <a:pt x="20" y="21"/>
                    <a:pt x="21" y="20"/>
                  </a:cubicBezTo>
                  <a:cubicBezTo>
                    <a:pt x="21" y="19"/>
                    <a:pt x="23" y="18"/>
                    <a:pt x="23" y="17"/>
                  </a:cubicBezTo>
                  <a:cubicBezTo>
                    <a:pt x="24" y="17"/>
                    <a:pt x="24" y="19"/>
                    <a:pt x="25" y="19"/>
                  </a:cubicBezTo>
                  <a:close/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4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4541" y="4120"/>
              <a:ext cx="145" cy="158"/>
            </a:xfrm>
            <a:custGeom>
              <a:avLst/>
              <a:gdLst>
                <a:gd name="T0" fmla="*/ 35 w 56"/>
                <a:gd name="T1" fmla="*/ 2 h 59"/>
                <a:gd name="T2" fmla="*/ 37 w 56"/>
                <a:gd name="T3" fmla="*/ 6 h 59"/>
                <a:gd name="T4" fmla="*/ 35 w 56"/>
                <a:gd name="T5" fmla="*/ 10 h 59"/>
                <a:gd name="T6" fmla="*/ 28 w 56"/>
                <a:gd name="T7" fmla="*/ 12 h 59"/>
                <a:gd name="T8" fmla="*/ 25 w 56"/>
                <a:gd name="T9" fmla="*/ 8 h 59"/>
                <a:gd name="T10" fmla="*/ 19 w 56"/>
                <a:gd name="T11" fmla="*/ 3 h 59"/>
                <a:gd name="T12" fmla="*/ 20 w 56"/>
                <a:gd name="T13" fmla="*/ 0 h 59"/>
                <a:gd name="T14" fmla="*/ 27 w 56"/>
                <a:gd name="T15" fmla="*/ 1 h 59"/>
                <a:gd name="T16" fmla="*/ 43 w 56"/>
                <a:gd name="T17" fmla="*/ 18 h 59"/>
                <a:gd name="T18" fmla="*/ 48 w 56"/>
                <a:gd name="T19" fmla="*/ 21 h 59"/>
                <a:gd name="T20" fmla="*/ 47 w 56"/>
                <a:gd name="T21" fmla="*/ 25 h 59"/>
                <a:gd name="T22" fmla="*/ 43 w 56"/>
                <a:gd name="T23" fmla="*/ 26 h 59"/>
                <a:gd name="T24" fmla="*/ 39 w 56"/>
                <a:gd name="T25" fmla="*/ 25 h 59"/>
                <a:gd name="T26" fmla="*/ 34 w 56"/>
                <a:gd name="T27" fmla="*/ 26 h 59"/>
                <a:gd name="T28" fmla="*/ 28 w 56"/>
                <a:gd name="T29" fmla="*/ 27 h 59"/>
                <a:gd name="T30" fmla="*/ 23 w 56"/>
                <a:gd name="T31" fmla="*/ 28 h 59"/>
                <a:gd name="T32" fmla="*/ 15 w 56"/>
                <a:gd name="T33" fmla="*/ 27 h 59"/>
                <a:gd name="T34" fmla="*/ 8 w 56"/>
                <a:gd name="T35" fmla="*/ 23 h 59"/>
                <a:gd name="T36" fmla="*/ 20 w 56"/>
                <a:gd name="T37" fmla="*/ 21 h 59"/>
                <a:gd name="T38" fmla="*/ 29 w 56"/>
                <a:gd name="T39" fmla="*/ 20 h 59"/>
                <a:gd name="T40" fmla="*/ 32 w 56"/>
                <a:gd name="T41" fmla="*/ 20 h 59"/>
                <a:gd name="T42" fmla="*/ 39 w 56"/>
                <a:gd name="T43" fmla="*/ 19 h 59"/>
                <a:gd name="T44" fmla="*/ 42 w 56"/>
                <a:gd name="T45" fmla="*/ 18 h 59"/>
                <a:gd name="T46" fmla="*/ 44 w 56"/>
                <a:gd name="T47" fmla="*/ 33 h 59"/>
                <a:gd name="T48" fmla="*/ 39 w 56"/>
                <a:gd name="T49" fmla="*/ 39 h 59"/>
                <a:gd name="T50" fmla="*/ 34 w 56"/>
                <a:gd name="T51" fmla="*/ 43 h 59"/>
                <a:gd name="T52" fmla="*/ 34 w 56"/>
                <a:gd name="T53" fmla="*/ 44 h 59"/>
                <a:gd name="T54" fmla="*/ 30 w 56"/>
                <a:gd name="T55" fmla="*/ 44 h 59"/>
                <a:gd name="T56" fmla="*/ 35 w 56"/>
                <a:gd name="T57" fmla="*/ 36 h 59"/>
                <a:gd name="T58" fmla="*/ 38 w 56"/>
                <a:gd name="T59" fmla="*/ 30 h 59"/>
                <a:gd name="T60" fmla="*/ 23 w 56"/>
                <a:gd name="T61" fmla="*/ 36 h 59"/>
                <a:gd name="T62" fmla="*/ 28 w 56"/>
                <a:gd name="T63" fmla="*/ 35 h 59"/>
                <a:gd name="T64" fmla="*/ 25 w 56"/>
                <a:gd name="T65" fmla="*/ 40 h 59"/>
                <a:gd name="T66" fmla="*/ 22 w 56"/>
                <a:gd name="T67" fmla="*/ 45 h 59"/>
                <a:gd name="T68" fmla="*/ 21 w 56"/>
                <a:gd name="T69" fmla="*/ 45 h 59"/>
                <a:gd name="T70" fmla="*/ 17 w 56"/>
                <a:gd name="T71" fmla="*/ 43 h 59"/>
                <a:gd name="T72" fmla="*/ 14 w 56"/>
                <a:gd name="T73" fmla="*/ 42 h 59"/>
                <a:gd name="T74" fmla="*/ 19 w 56"/>
                <a:gd name="T75" fmla="*/ 35 h 59"/>
                <a:gd name="T76" fmla="*/ 24 w 56"/>
                <a:gd name="T77" fmla="*/ 31 h 59"/>
                <a:gd name="T78" fmla="*/ 34 w 56"/>
                <a:gd name="T79" fmla="*/ 42 h 59"/>
                <a:gd name="T80" fmla="*/ 54 w 56"/>
                <a:gd name="T81" fmla="*/ 48 h 59"/>
                <a:gd name="T82" fmla="*/ 56 w 56"/>
                <a:gd name="T83" fmla="*/ 50 h 59"/>
                <a:gd name="T84" fmla="*/ 55 w 56"/>
                <a:gd name="T85" fmla="*/ 52 h 59"/>
                <a:gd name="T86" fmla="*/ 51 w 56"/>
                <a:gd name="T87" fmla="*/ 52 h 59"/>
                <a:gd name="T88" fmla="*/ 48 w 56"/>
                <a:gd name="T89" fmla="*/ 52 h 59"/>
                <a:gd name="T90" fmla="*/ 45 w 56"/>
                <a:gd name="T91" fmla="*/ 53 h 59"/>
                <a:gd name="T92" fmla="*/ 35 w 56"/>
                <a:gd name="T93" fmla="*/ 53 h 59"/>
                <a:gd name="T94" fmla="*/ 26 w 56"/>
                <a:gd name="T95" fmla="*/ 54 h 59"/>
                <a:gd name="T96" fmla="*/ 24 w 56"/>
                <a:gd name="T97" fmla="*/ 55 h 59"/>
                <a:gd name="T98" fmla="*/ 17 w 56"/>
                <a:gd name="T99" fmla="*/ 56 h 59"/>
                <a:gd name="T100" fmla="*/ 11 w 56"/>
                <a:gd name="T101" fmla="*/ 58 h 59"/>
                <a:gd name="T102" fmla="*/ 6 w 56"/>
                <a:gd name="T103" fmla="*/ 57 h 59"/>
                <a:gd name="T104" fmla="*/ 1 w 56"/>
                <a:gd name="T105" fmla="*/ 55 h 59"/>
                <a:gd name="T106" fmla="*/ 4 w 56"/>
                <a:gd name="T107" fmla="*/ 52 h 59"/>
                <a:gd name="T108" fmla="*/ 10 w 56"/>
                <a:gd name="T109" fmla="*/ 52 h 59"/>
                <a:gd name="T110" fmla="*/ 16 w 56"/>
                <a:gd name="T111" fmla="*/ 50 h 59"/>
                <a:gd name="T112" fmla="*/ 23 w 56"/>
                <a:gd name="T113" fmla="*/ 49 h 59"/>
                <a:gd name="T114" fmla="*/ 30 w 56"/>
                <a:gd name="T115" fmla="*/ 48 h 59"/>
                <a:gd name="T116" fmla="*/ 39 w 56"/>
                <a:gd name="T117" fmla="*/ 47 h 59"/>
                <a:gd name="T118" fmla="*/ 47 w 56"/>
                <a:gd name="T119" fmla="*/ 46 h 59"/>
                <a:gd name="T120" fmla="*/ 11 w 56"/>
                <a:gd name="T12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59">
                  <a:moveTo>
                    <a:pt x="29" y="1"/>
                  </a:moveTo>
                  <a:cubicBezTo>
                    <a:pt x="30" y="0"/>
                    <a:pt x="32" y="0"/>
                    <a:pt x="32" y="1"/>
                  </a:cubicBezTo>
                  <a:cubicBezTo>
                    <a:pt x="33" y="1"/>
                    <a:pt x="33" y="0"/>
                    <a:pt x="33" y="1"/>
                  </a:cubicBezTo>
                  <a:cubicBezTo>
                    <a:pt x="34" y="1"/>
                    <a:pt x="34" y="2"/>
                    <a:pt x="35" y="2"/>
                  </a:cubicBezTo>
                  <a:cubicBezTo>
                    <a:pt x="35" y="3"/>
                    <a:pt x="35" y="3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8" y="8"/>
                    <a:pt x="36" y="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6" y="10"/>
                    <a:pt x="35" y="10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29" y="13"/>
                    <a:pt x="29" y="14"/>
                    <a:pt x="28" y="13"/>
                  </a:cubicBezTo>
                  <a:cubicBezTo>
                    <a:pt x="27" y="13"/>
                    <a:pt x="28" y="12"/>
                    <a:pt x="28" y="12"/>
                  </a:cubicBezTo>
                  <a:cubicBezTo>
                    <a:pt x="28" y="11"/>
                    <a:pt x="30" y="10"/>
                    <a:pt x="28" y="9"/>
                  </a:cubicBezTo>
                  <a:cubicBezTo>
                    <a:pt x="28" y="9"/>
                    <a:pt x="28" y="7"/>
                    <a:pt x="27" y="8"/>
                  </a:cubicBezTo>
                  <a:cubicBezTo>
                    <a:pt x="27" y="8"/>
                    <a:pt x="26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19" y="5"/>
                    <a:pt x="20" y="4"/>
                    <a:pt x="19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20" y="1"/>
                    <a:pt x="20" y="0"/>
                  </a:cubicBezTo>
                  <a:cubicBezTo>
                    <a:pt x="21" y="0"/>
                    <a:pt x="21" y="1"/>
                    <a:pt x="22" y="0"/>
                  </a:cubicBezTo>
                  <a:cubicBezTo>
                    <a:pt x="23" y="0"/>
                    <a:pt x="24" y="0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6" y="1"/>
                    <a:pt x="26" y="1"/>
                    <a:pt x="27" y="1"/>
                  </a:cubicBezTo>
                  <a:cubicBezTo>
                    <a:pt x="28" y="1"/>
                    <a:pt x="28" y="1"/>
                    <a:pt x="29" y="0"/>
                  </a:cubicBezTo>
                  <a:lnTo>
                    <a:pt x="29" y="1"/>
                  </a:lnTo>
                  <a:close/>
                  <a:moveTo>
                    <a:pt x="43" y="18"/>
                  </a:move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8"/>
                    <a:pt x="45" y="18"/>
                  </a:cubicBezTo>
                  <a:cubicBezTo>
                    <a:pt x="45" y="18"/>
                    <a:pt x="46" y="19"/>
                    <a:pt x="46" y="18"/>
                  </a:cubicBezTo>
                  <a:cubicBezTo>
                    <a:pt x="47" y="19"/>
                    <a:pt x="45" y="20"/>
                    <a:pt x="46" y="20"/>
                  </a:cubicBezTo>
                  <a:cubicBezTo>
                    <a:pt x="47" y="20"/>
                    <a:pt x="48" y="20"/>
                    <a:pt x="48" y="21"/>
                  </a:cubicBezTo>
                  <a:cubicBezTo>
                    <a:pt x="48" y="21"/>
                    <a:pt x="50" y="22"/>
                    <a:pt x="49" y="22"/>
                  </a:cubicBezTo>
                  <a:cubicBezTo>
                    <a:pt x="50" y="23"/>
                    <a:pt x="49" y="24"/>
                    <a:pt x="50" y="24"/>
                  </a:cubicBezTo>
                  <a:cubicBezTo>
                    <a:pt x="50" y="25"/>
                    <a:pt x="50" y="25"/>
                    <a:pt x="49" y="25"/>
                  </a:cubicBezTo>
                  <a:cubicBezTo>
                    <a:pt x="48" y="24"/>
                    <a:pt x="48" y="26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4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2" y="25"/>
                    <a:pt x="41" y="25"/>
                  </a:cubicBezTo>
                  <a:cubicBezTo>
                    <a:pt x="41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5"/>
                    <a:pt x="36" y="26"/>
                    <a:pt x="35" y="25"/>
                  </a:cubicBezTo>
                  <a:cubicBezTo>
                    <a:pt x="35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5"/>
                    <a:pt x="32" y="26"/>
                    <a:pt x="32" y="26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7"/>
                  </a:cubicBezTo>
                  <a:cubicBezTo>
                    <a:pt x="27" y="27"/>
                    <a:pt x="26" y="27"/>
                    <a:pt x="26" y="26"/>
                  </a:cubicBezTo>
                  <a:cubicBezTo>
                    <a:pt x="26" y="26"/>
                    <a:pt x="26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7"/>
                    <a:pt x="24" y="27"/>
                    <a:pt x="23" y="28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20" y="27"/>
                    <a:pt x="20" y="28"/>
                    <a:pt x="18" y="28"/>
                  </a:cubicBezTo>
                  <a:cubicBezTo>
                    <a:pt x="18" y="28"/>
                    <a:pt x="18" y="29"/>
                    <a:pt x="17" y="28"/>
                  </a:cubicBezTo>
                  <a:cubicBezTo>
                    <a:pt x="17" y="28"/>
                    <a:pt x="15" y="28"/>
                    <a:pt x="15" y="27"/>
                  </a:cubicBezTo>
                  <a:cubicBezTo>
                    <a:pt x="14" y="27"/>
                    <a:pt x="12" y="27"/>
                    <a:pt x="12" y="26"/>
                  </a:cubicBezTo>
                  <a:cubicBezTo>
                    <a:pt x="11" y="25"/>
                    <a:pt x="10" y="25"/>
                    <a:pt x="9" y="24"/>
                  </a:cubicBezTo>
                  <a:cubicBezTo>
                    <a:pt x="10" y="24"/>
                    <a:pt x="9" y="24"/>
                    <a:pt x="9" y="23"/>
                  </a:cubicBezTo>
                  <a:cubicBezTo>
                    <a:pt x="9" y="24"/>
                    <a:pt x="8" y="23"/>
                    <a:pt x="8" y="23"/>
                  </a:cubicBezTo>
                  <a:cubicBezTo>
                    <a:pt x="8" y="22"/>
                    <a:pt x="9" y="23"/>
                    <a:pt x="9" y="22"/>
                  </a:cubicBezTo>
                  <a:cubicBezTo>
                    <a:pt x="11" y="22"/>
                    <a:pt x="14" y="22"/>
                    <a:pt x="16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9" y="21"/>
                    <a:pt x="19" y="21"/>
                    <a:pt x="20" y="21"/>
                  </a:cubicBezTo>
                  <a:cubicBezTo>
                    <a:pt x="21" y="21"/>
                    <a:pt x="22" y="21"/>
                    <a:pt x="22" y="21"/>
                  </a:cubicBezTo>
                  <a:cubicBezTo>
                    <a:pt x="23" y="21"/>
                    <a:pt x="23" y="20"/>
                    <a:pt x="24" y="20"/>
                  </a:cubicBezTo>
                  <a:cubicBezTo>
                    <a:pt x="25" y="20"/>
                    <a:pt x="26" y="21"/>
                    <a:pt x="26" y="20"/>
                  </a:cubicBezTo>
                  <a:cubicBezTo>
                    <a:pt x="27" y="21"/>
                    <a:pt x="28" y="20"/>
                    <a:pt x="29" y="20"/>
                  </a:cubicBezTo>
                  <a:cubicBezTo>
                    <a:pt x="29" y="20"/>
                    <a:pt x="30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19"/>
                    <a:pt x="34" y="20"/>
                    <a:pt x="35" y="19"/>
                  </a:cubicBezTo>
                  <a:cubicBezTo>
                    <a:pt x="36" y="20"/>
                    <a:pt x="36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39" y="18"/>
                    <a:pt x="40" y="18"/>
                  </a:cubicBezTo>
                  <a:cubicBezTo>
                    <a:pt x="41" y="19"/>
                    <a:pt x="42" y="18"/>
                    <a:pt x="42" y="18"/>
                  </a:cubicBezTo>
                  <a:lnTo>
                    <a:pt x="43" y="18"/>
                  </a:lnTo>
                  <a:close/>
                  <a:moveTo>
                    <a:pt x="41" y="31"/>
                  </a:moveTo>
                  <a:cubicBezTo>
                    <a:pt x="41" y="31"/>
                    <a:pt x="41" y="31"/>
                    <a:pt x="42" y="31"/>
                  </a:cubicBezTo>
                  <a:cubicBezTo>
                    <a:pt x="42" y="32"/>
                    <a:pt x="43" y="32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33"/>
                    <a:pt x="44" y="34"/>
                    <a:pt x="44" y="34"/>
                  </a:cubicBezTo>
                  <a:cubicBezTo>
                    <a:pt x="43" y="35"/>
                    <a:pt x="43" y="36"/>
                    <a:pt x="42" y="37"/>
                  </a:cubicBezTo>
                  <a:cubicBezTo>
                    <a:pt x="41" y="38"/>
                    <a:pt x="40" y="39"/>
                    <a:pt x="39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5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4" y="43"/>
                    <a:pt x="34" y="44"/>
                  </a:cubicBezTo>
                  <a:cubicBezTo>
                    <a:pt x="33" y="44"/>
                    <a:pt x="32" y="45"/>
                    <a:pt x="31" y="45"/>
                  </a:cubicBezTo>
                  <a:cubicBezTo>
                    <a:pt x="31" y="46"/>
                    <a:pt x="30" y="46"/>
                    <a:pt x="29" y="47"/>
                  </a:cubicBezTo>
                  <a:cubicBezTo>
                    <a:pt x="29" y="47"/>
                    <a:pt x="28" y="46"/>
                    <a:pt x="29" y="46"/>
                  </a:cubicBezTo>
                  <a:cubicBezTo>
                    <a:pt x="28" y="45"/>
                    <a:pt x="30" y="45"/>
                    <a:pt x="30" y="44"/>
                  </a:cubicBezTo>
                  <a:cubicBezTo>
                    <a:pt x="31" y="44"/>
                    <a:pt x="30" y="43"/>
                    <a:pt x="32" y="42"/>
                  </a:cubicBezTo>
                  <a:cubicBezTo>
                    <a:pt x="32" y="42"/>
                    <a:pt x="33" y="41"/>
                    <a:pt x="33" y="40"/>
                  </a:cubicBezTo>
                  <a:cubicBezTo>
                    <a:pt x="33" y="40"/>
                    <a:pt x="33" y="39"/>
                    <a:pt x="34" y="38"/>
                  </a:cubicBezTo>
                  <a:cubicBezTo>
                    <a:pt x="34" y="37"/>
                    <a:pt x="35" y="37"/>
                    <a:pt x="35" y="36"/>
                  </a:cubicBezTo>
                  <a:cubicBezTo>
                    <a:pt x="36" y="36"/>
                    <a:pt x="37" y="35"/>
                    <a:pt x="36" y="34"/>
                  </a:cubicBezTo>
                  <a:cubicBezTo>
                    <a:pt x="37" y="34"/>
                    <a:pt x="37" y="33"/>
                    <a:pt x="37" y="33"/>
                  </a:cubicBezTo>
                  <a:cubicBezTo>
                    <a:pt x="37" y="32"/>
                    <a:pt x="39" y="31"/>
                    <a:pt x="38" y="31"/>
                  </a:cubicBezTo>
                  <a:cubicBezTo>
                    <a:pt x="38" y="31"/>
                    <a:pt x="38" y="30"/>
                    <a:pt x="38" y="30"/>
                  </a:cubicBezTo>
                  <a:cubicBezTo>
                    <a:pt x="39" y="30"/>
                    <a:pt x="40" y="30"/>
                    <a:pt x="41" y="31"/>
                  </a:cubicBezTo>
                  <a:close/>
                  <a:moveTo>
                    <a:pt x="26" y="30"/>
                  </a:moveTo>
                  <a:cubicBezTo>
                    <a:pt x="25" y="31"/>
                    <a:pt x="25" y="33"/>
                    <a:pt x="24" y="33"/>
                  </a:cubicBezTo>
                  <a:cubicBezTo>
                    <a:pt x="24" y="34"/>
                    <a:pt x="23" y="35"/>
                    <a:pt x="23" y="36"/>
                  </a:cubicBezTo>
                  <a:cubicBezTo>
                    <a:pt x="23" y="37"/>
                    <a:pt x="23" y="38"/>
                    <a:pt x="24" y="38"/>
                  </a:cubicBezTo>
                  <a:cubicBezTo>
                    <a:pt x="25" y="38"/>
                    <a:pt x="26" y="38"/>
                    <a:pt x="26" y="37"/>
                  </a:cubicBezTo>
                  <a:cubicBezTo>
                    <a:pt x="27" y="37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7" y="36"/>
                    <a:pt x="28" y="38"/>
                    <a:pt x="27" y="37"/>
                  </a:cubicBezTo>
                  <a:cubicBezTo>
                    <a:pt x="26" y="38"/>
                    <a:pt x="25" y="39"/>
                    <a:pt x="2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4" y="41"/>
                    <a:pt x="25" y="42"/>
                    <a:pt x="24" y="42"/>
                  </a:cubicBezTo>
                  <a:cubicBezTo>
                    <a:pt x="24" y="43"/>
                    <a:pt x="23" y="43"/>
                    <a:pt x="23" y="44"/>
                  </a:cubicBezTo>
                  <a:cubicBezTo>
                    <a:pt x="22" y="44"/>
                    <a:pt x="23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8" y="44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2"/>
                    <a:pt x="16" y="43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3"/>
                    <a:pt x="15" y="42"/>
                    <a:pt x="14" y="42"/>
                  </a:cubicBezTo>
                  <a:cubicBezTo>
                    <a:pt x="14" y="41"/>
                    <a:pt x="13" y="40"/>
                    <a:pt x="14" y="40"/>
                  </a:cubicBezTo>
                  <a:cubicBezTo>
                    <a:pt x="15" y="40"/>
                    <a:pt x="16" y="39"/>
                    <a:pt x="16" y="39"/>
                  </a:cubicBezTo>
                  <a:cubicBezTo>
                    <a:pt x="16" y="37"/>
                    <a:pt x="17" y="37"/>
                    <a:pt x="18" y="36"/>
                  </a:cubicBezTo>
                  <a:cubicBezTo>
                    <a:pt x="19" y="36"/>
                    <a:pt x="18" y="35"/>
                    <a:pt x="19" y="35"/>
                  </a:cubicBezTo>
                  <a:cubicBezTo>
                    <a:pt x="20" y="34"/>
                    <a:pt x="21" y="35"/>
                    <a:pt x="21" y="34"/>
                  </a:cubicBezTo>
                  <a:cubicBezTo>
                    <a:pt x="21" y="33"/>
                    <a:pt x="21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4" y="31"/>
                  </a:cubicBezTo>
                  <a:cubicBezTo>
                    <a:pt x="25" y="31"/>
                    <a:pt x="25" y="30"/>
                    <a:pt x="26" y="30"/>
                  </a:cubicBezTo>
                  <a:close/>
                  <a:moveTo>
                    <a:pt x="35" y="42"/>
                  </a:move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5" y="42"/>
                    <a:pt x="35" y="42"/>
                  </a:cubicBezTo>
                  <a:close/>
                  <a:moveTo>
                    <a:pt x="51" y="47"/>
                  </a:moveTo>
                  <a:cubicBezTo>
                    <a:pt x="52" y="46"/>
                    <a:pt x="53" y="47"/>
                    <a:pt x="53" y="46"/>
                  </a:cubicBezTo>
                  <a:cubicBezTo>
                    <a:pt x="53" y="47"/>
                    <a:pt x="54" y="47"/>
                    <a:pt x="54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4" y="48"/>
                    <a:pt x="55" y="49"/>
                    <a:pt x="54" y="49"/>
                  </a:cubicBezTo>
                  <a:cubicBezTo>
                    <a:pt x="55" y="49"/>
                    <a:pt x="55" y="50"/>
                    <a:pt x="56" y="50"/>
                  </a:cubicBezTo>
                  <a:cubicBezTo>
                    <a:pt x="56" y="50"/>
                    <a:pt x="56" y="51"/>
                    <a:pt x="55" y="51"/>
                  </a:cubicBezTo>
                  <a:cubicBezTo>
                    <a:pt x="56" y="51"/>
                    <a:pt x="56" y="52"/>
                    <a:pt x="56" y="52"/>
                  </a:cubicBezTo>
                  <a:cubicBezTo>
                    <a:pt x="56" y="53"/>
                    <a:pt x="55" y="53"/>
                    <a:pt x="55" y="53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3"/>
                    <a:pt x="52" y="52"/>
                    <a:pt x="52" y="53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3"/>
                    <a:pt x="50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3"/>
                    <a:pt x="44" y="52"/>
                    <a:pt x="43" y="53"/>
                  </a:cubicBezTo>
                  <a:cubicBezTo>
                    <a:pt x="42" y="53"/>
                    <a:pt x="41" y="53"/>
                    <a:pt x="40" y="53"/>
                  </a:cubicBezTo>
                  <a:cubicBezTo>
                    <a:pt x="40" y="53"/>
                    <a:pt x="39" y="53"/>
                    <a:pt x="39" y="53"/>
                  </a:cubicBezTo>
                  <a:cubicBezTo>
                    <a:pt x="37" y="53"/>
                    <a:pt x="36" y="54"/>
                    <a:pt x="35" y="53"/>
                  </a:cubicBezTo>
                  <a:cubicBezTo>
                    <a:pt x="34" y="54"/>
                    <a:pt x="33" y="54"/>
                    <a:pt x="33" y="54"/>
                  </a:cubicBezTo>
                  <a:cubicBezTo>
                    <a:pt x="32" y="54"/>
                    <a:pt x="31" y="53"/>
                    <a:pt x="30" y="54"/>
                  </a:cubicBezTo>
                  <a:cubicBezTo>
                    <a:pt x="29" y="54"/>
                    <a:pt x="28" y="54"/>
                    <a:pt x="27" y="54"/>
                  </a:cubicBezTo>
                  <a:cubicBezTo>
                    <a:pt x="27" y="53"/>
                    <a:pt x="27" y="54"/>
                    <a:pt x="26" y="54"/>
                  </a:cubicBezTo>
                  <a:cubicBezTo>
                    <a:pt x="26" y="54"/>
                    <a:pt x="26" y="55"/>
                    <a:pt x="26" y="55"/>
                  </a:cubicBezTo>
                  <a:cubicBezTo>
                    <a:pt x="26" y="55"/>
                    <a:pt x="26" y="54"/>
                    <a:pt x="25" y="54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6"/>
                    <a:pt x="21" y="55"/>
                    <a:pt x="20" y="55"/>
                  </a:cubicBezTo>
                  <a:cubicBezTo>
                    <a:pt x="19" y="55"/>
                    <a:pt x="18" y="56"/>
                    <a:pt x="17" y="56"/>
                  </a:cubicBezTo>
                  <a:cubicBezTo>
                    <a:pt x="16" y="57"/>
                    <a:pt x="15" y="56"/>
                    <a:pt x="14" y="57"/>
                  </a:cubicBezTo>
                  <a:cubicBezTo>
                    <a:pt x="13" y="56"/>
                    <a:pt x="12" y="58"/>
                    <a:pt x="12" y="57"/>
                  </a:cubicBezTo>
                  <a:cubicBezTo>
                    <a:pt x="12" y="56"/>
                    <a:pt x="12" y="56"/>
                    <a:pt x="11" y="56"/>
                  </a:cubicBezTo>
                  <a:cubicBezTo>
                    <a:pt x="11" y="57"/>
                    <a:pt x="11" y="57"/>
                    <a:pt x="11" y="58"/>
                  </a:cubicBezTo>
                  <a:cubicBezTo>
                    <a:pt x="10" y="58"/>
                    <a:pt x="9" y="58"/>
                    <a:pt x="9" y="58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8" y="58"/>
                    <a:pt x="7" y="59"/>
                    <a:pt x="7" y="58"/>
                  </a:cubicBezTo>
                  <a:cubicBezTo>
                    <a:pt x="6" y="58"/>
                    <a:pt x="6" y="58"/>
                    <a:pt x="6" y="57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3" y="57"/>
                    <a:pt x="3" y="56"/>
                  </a:cubicBezTo>
                  <a:cubicBezTo>
                    <a:pt x="2" y="57"/>
                    <a:pt x="2" y="56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54"/>
                    <a:pt x="1" y="54"/>
                    <a:pt x="1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2" y="53"/>
                    <a:pt x="3" y="53"/>
                    <a:pt x="4" y="52"/>
                  </a:cubicBezTo>
                  <a:cubicBezTo>
                    <a:pt x="4" y="53"/>
                    <a:pt x="5" y="53"/>
                    <a:pt x="5" y="53"/>
                  </a:cubicBezTo>
                  <a:cubicBezTo>
                    <a:pt x="5" y="52"/>
                    <a:pt x="7" y="53"/>
                    <a:pt x="8" y="52"/>
                  </a:cubicBezTo>
                  <a:cubicBezTo>
                    <a:pt x="8" y="52"/>
                    <a:pt x="9" y="52"/>
                    <a:pt x="9" y="51"/>
                  </a:cubicBezTo>
                  <a:cubicBezTo>
                    <a:pt x="9" y="52"/>
                    <a:pt x="10" y="52"/>
                    <a:pt x="10" y="52"/>
                  </a:cubicBezTo>
                  <a:cubicBezTo>
                    <a:pt x="11" y="51"/>
                    <a:pt x="12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0"/>
                    <a:pt x="16" y="50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49"/>
                    <a:pt x="21" y="50"/>
                    <a:pt x="21" y="49"/>
                  </a:cubicBezTo>
                  <a:cubicBezTo>
                    <a:pt x="22" y="50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6" y="49"/>
                    <a:pt x="27" y="49"/>
                  </a:cubicBezTo>
                  <a:cubicBezTo>
                    <a:pt x="28" y="49"/>
                    <a:pt x="29" y="48"/>
                    <a:pt x="29" y="49"/>
                  </a:cubicBezTo>
                  <a:cubicBezTo>
                    <a:pt x="29" y="49"/>
                    <a:pt x="30" y="49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48"/>
                    <a:pt x="32" y="49"/>
                    <a:pt x="33" y="49"/>
                  </a:cubicBezTo>
                  <a:cubicBezTo>
                    <a:pt x="34" y="49"/>
                    <a:pt x="35" y="48"/>
                    <a:pt x="36" y="48"/>
                  </a:cubicBezTo>
                  <a:cubicBezTo>
                    <a:pt x="36" y="47"/>
                    <a:pt x="38" y="49"/>
                    <a:pt x="39" y="47"/>
                  </a:cubicBezTo>
                  <a:cubicBezTo>
                    <a:pt x="40" y="47"/>
                    <a:pt x="41" y="49"/>
                    <a:pt x="41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3" y="47"/>
                    <a:pt x="44" y="47"/>
                  </a:cubicBezTo>
                  <a:cubicBezTo>
                    <a:pt x="45" y="47"/>
                    <a:pt x="46" y="47"/>
                    <a:pt x="47" y="46"/>
                  </a:cubicBezTo>
                  <a:cubicBezTo>
                    <a:pt x="47" y="47"/>
                    <a:pt x="48" y="47"/>
                    <a:pt x="49" y="47"/>
                  </a:cubicBezTo>
                  <a:cubicBezTo>
                    <a:pt x="49" y="46"/>
                    <a:pt x="51" y="46"/>
                    <a:pt x="51" y="47"/>
                  </a:cubicBezTo>
                  <a:close/>
                  <a:moveTo>
                    <a:pt x="11" y="57"/>
                  </a:moveTo>
                  <a:cubicBezTo>
                    <a:pt x="11" y="57"/>
                    <a:pt x="11" y="57"/>
                    <a:pt x="11" y="57"/>
                  </a:cubicBezTo>
                  <a:cubicBezTo>
                    <a:pt x="10" y="57"/>
                    <a:pt x="10" y="57"/>
                    <a:pt x="10" y="57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4696" y="4155"/>
              <a:ext cx="101" cy="112"/>
            </a:xfrm>
            <a:custGeom>
              <a:avLst/>
              <a:gdLst>
                <a:gd name="T0" fmla="*/ 20 w 39"/>
                <a:gd name="T1" fmla="*/ 3 h 42"/>
                <a:gd name="T2" fmla="*/ 20 w 39"/>
                <a:gd name="T3" fmla="*/ 8 h 42"/>
                <a:gd name="T4" fmla="*/ 23 w 39"/>
                <a:gd name="T5" fmla="*/ 9 h 42"/>
                <a:gd name="T6" fmla="*/ 24 w 39"/>
                <a:gd name="T7" fmla="*/ 10 h 42"/>
                <a:gd name="T8" fmla="*/ 22 w 39"/>
                <a:gd name="T9" fmla="*/ 13 h 42"/>
                <a:gd name="T10" fmla="*/ 20 w 39"/>
                <a:gd name="T11" fmla="*/ 18 h 42"/>
                <a:gd name="T12" fmla="*/ 23 w 39"/>
                <a:gd name="T13" fmla="*/ 19 h 42"/>
                <a:gd name="T14" fmla="*/ 19 w 39"/>
                <a:gd name="T15" fmla="*/ 22 h 42"/>
                <a:gd name="T16" fmla="*/ 15 w 39"/>
                <a:gd name="T17" fmla="*/ 24 h 42"/>
                <a:gd name="T18" fmla="*/ 11 w 39"/>
                <a:gd name="T19" fmla="*/ 26 h 42"/>
                <a:gd name="T20" fmla="*/ 6 w 39"/>
                <a:gd name="T21" fmla="*/ 32 h 42"/>
                <a:gd name="T22" fmla="*/ 4 w 39"/>
                <a:gd name="T23" fmla="*/ 35 h 42"/>
                <a:gd name="T24" fmla="*/ 1 w 39"/>
                <a:gd name="T25" fmla="*/ 39 h 42"/>
                <a:gd name="T26" fmla="*/ 1 w 39"/>
                <a:gd name="T27" fmla="*/ 36 h 42"/>
                <a:gd name="T28" fmla="*/ 2 w 39"/>
                <a:gd name="T29" fmla="*/ 32 h 42"/>
                <a:gd name="T30" fmla="*/ 7 w 39"/>
                <a:gd name="T31" fmla="*/ 28 h 42"/>
                <a:gd name="T32" fmla="*/ 10 w 39"/>
                <a:gd name="T33" fmla="*/ 25 h 42"/>
                <a:gd name="T34" fmla="*/ 9 w 39"/>
                <a:gd name="T35" fmla="*/ 20 h 42"/>
                <a:gd name="T36" fmla="*/ 9 w 39"/>
                <a:gd name="T37" fmla="*/ 20 h 42"/>
                <a:gd name="T38" fmla="*/ 12 w 39"/>
                <a:gd name="T39" fmla="*/ 20 h 42"/>
                <a:gd name="T40" fmla="*/ 15 w 39"/>
                <a:gd name="T41" fmla="*/ 18 h 42"/>
                <a:gd name="T42" fmla="*/ 13 w 39"/>
                <a:gd name="T43" fmla="*/ 16 h 42"/>
                <a:gd name="T44" fmla="*/ 8 w 39"/>
                <a:gd name="T45" fmla="*/ 15 h 42"/>
                <a:gd name="T46" fmla="*/ 6 w 39"/>
                <a:gd name="T47" fmla="*/ 14 h 42"/>
                <a:gd name="T48" fmla="*/ 13 w 39"/>
                <a:gd name="T49" fmla="*/ 12 h 42"/>
                <a:gd name="T50" fmla="*/ 15 w 39"/>
                <a:gd name="T51" fmla="*/ 6 h 42"/>
                <a:gd name="T52" fmla="*/ 15 w 39"/>
                <a:gd name="T53" fmla="*/ 2 h 42"/>
                <a:gd name="T54" fmla="*/ 15 w 39"/>
                <a:gd name="T55" fmla="*/ 1 h 42"/>
                <a:gd name="T56" fmla="*/ 16 w 39"/>
                <a:gd name="T57" fmla="*/ 1 h 42"/>
                <a:gd name="T58" fmla="*/ 32 w 39"/>
                <a:gd name="T59" fmla="*/ 25 h 42"/>
                <a:gd name="T60" fmla="*/ 35 w 39"/>
                <a:gd name="T61" fmla="*/ 26 h 42"/>
                <a:gd name="T62" fmla="*/ 39 w 39"/>
                <a:gd name="T63" fmla="*/ 29 h 42"/>
                <a:gd name="T64" fmla="*/ 36 w 39"/>
                <a:gd name="T65" fmla="*/ 31 h 42"/>
                <a:gd name="T66" fmla="*/ 34 w 39"/>
                <a:gd name="T67" fmla="*/ 30 h 42"/>
                <a:gd name="T68" fmla="*/ 32 w 39"/>
                <a:gd name="T69" fmla="*/ 27 h 42"/>
                <a:gd name="T70" fmla="*/ 31 w 39"/>
                <a:gd name="T71" fmla="*/ 27 h 42"/>
                <a:gd name="T72" fmla="*/ 32 w 39"/>
                <a:gd name="T73" fmla="*/ 25 h 42"/>
                <a:gd name="T74" fmla="*/ 24 w 39"/>
                <a:gd name="T75" fmla="*/ 28 h 42"/>
                <a:gd name="T76" fmla="*/ 25 w 39"/>
                <a:gd name="T77" fmla="*/ 30 h 42"/>
                <a:gd name="T78" fmla="*/ 29 w 39"/>
                <a:gd name="T79" fmla="*/ 34 h 42"/>
                <a:gd name="T80" fmla="*/ 31 w 39"/>
                <a:gd name="T81" fmla="*/ 37 h 42"/>
                <a:gd name="T82" fmla="*/ 27 w 39"/>
                <a:gd name="T83" fmla="*/ 40 h 42"/>
                <a:gd name="T84" fmla="*/ 23 w 39"/>
                <a:gd name="T85" fmla="*/ 41 h 42"/>
                <a:gd name="T86" fmla="*/ 17 w 39"/>
                <a:gd name="T87" fmla="*/ 41 h 42"/>
                <a:gd name="T88" fmla="*/ 12 w 39"/>
                <a:gd name="T89" fmla="*/ 37 h 42"/>
                <a:gd name="T90" fmla="*/ 10 w 39"/>
                <a:gd name="T91" fmla="*/ 33 h 42"/>
                <a:gd name="T92" fmla="*/ 9 w 39"/>
                <a:gd name="T93" fmla="*/ 31 h 42"/>
                <a:gd name="T94" fmla="*/ 11 w 39"/>
                <a:gd name="T95" fmla="*/ 32 h 42"/>
                <a:gd name="T96" fmla="*/ 17 w 39"/>
                <a:gd name="T97" fmla="*/ 37 h 42"/>
                <a:gd name="T98" fmla="*/ 24 w 39"/>
                <a:gd name="T99" fmla="*/ 37 h 42"/>
                <a:gd name="T100" fmla="*/ 25 w 39"/>
                <a:gd name="T101" fmla="*/ 35 h 42"/>
                <a:gd name="T102" fmla="*/ 23 w 39"/>
                <a:gd name="T103" fmla="*/ 32 h 42"/>
                <a:gd name="T104" fmla="*/ 22 w 39"/>
                <a:gd name="T105" fmla="*/ 30 h 42"/>
                <a:gd name="T106" fmla="*/ 21 w 39"/>
                <a:gd name="T107" fmla="*/ 29 h 42"/>
                <a:gd name="T108" fmla="*/ 19 w 39"/>
                <a:gd name="T109" fmla="*/ 28 h 42"/>
                <a:gd name="T110" fmla="*/ 18 w 39"/>
                <a:gd name="T111" fmla="*/ 31 h 42"/>
                <a:gd name="T112" fmla="*/ 20 w 39"/>
                <a:gd name="T113" fmla="*/ 33 h 42"/>
                <a:gd name="T114" fmla="*/ 18 w 39"/>
                <a:gd name="T115" fmla="*/ 35 h 42"/>
                <a:gd name="T116" fmla="*/ 16 w 39"/>
                <a:gd name="T117" fmla="*/ 30 h 42"/>
                <a:gd name="T118" fmla="*/ 17 w 39"/>
                <a:gd name="T119" fmla="*/ 28 h 42"/>
                <a:gd name="T120" fmla="*/ 22 w 39"/>
                <a:gd name="T121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42">
                  <a:moveTo>
                    <a:pt x="18" y="1"/>
                  </a:moveTo>
                  <a:cubicBezTo>
                    <a:pt x="19" y="1"/>
                    <a:pt x="19" y="2"/>
                    <a:pt x="1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2" y="8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5" y="11"/>
                    <a:pt x="24" y="11"/>
                  </a:cubicBezTo>
                  <a:cubicBezTo>
                    <a:pt x="23" y="11"/>
                    <a:pt x="24" y="12"/>
                    <a:pt x="24" y="12"/>
                  </a:cubicBezTo>
                  <a:cubicBezTo>
                    <a:pt x="23" y="13"/>
                    <a:pt x="22" y="12"/>
                    <a:pt x="22" y="13"/>
                  </a:cubicBezTo>
                  <a:cubicBezTo>
                    <a:pt x="21" y="13"/>
                    <a:pt x="20" y="14"/>
                    <a:pt x="20" y="15"/>
                  </a:cubicBezTo>
                  <a:cubicBezTo>
                    <a:pt x="19" y="15"/>
                    <a:pt x="20" y="15"/>
                    <a:pt x="19" y="15"/>
                  </a:cubicBezTo>
                  <a:cubicBezTo>
                    <a:pt x="20" y="16"/>
                    <a:pt x="18" y="18"/>
                    <a:pt x="20" y="18"/>
                  </a:cubicBezTo>
                  <a:cubicBezTo>
                    <a:pt x="20" y="18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9"/>
                    <a:pt x="23" y="19"/>
                  </a:cubicBezTo>
                  <a:cubicBezTo>
                    <a:pt x="23" y="20"/>
                    <a:pt x="23" y="20"/>
                    <a:pt x="22" y="21"/>
                  </a:cubicBezTo>
                  <a:cubicBezTo>
                    <a:pt x="23" y="21"/>
                    <a:pt x="22" y="21"/>
                    <a:pt x="22" y="22"/>
                  </a:cubicBezTo>
                  <a:cubicBezTo>
                    <a:pt x="21" y="22"/>
                    <a:pt x="20" y="22"/>
                    <a:pt x="19" y="22"/>
                  </a:cubicBezTo>
                  <a:cubicBezTo>
                    <a:pt x="19" y="22"/>
                    <a:pt x="18" y="22"/>
                    <a:pt x="18" y="22"/>
                  </a:cubicBezTo>
                  <a:cubicBezTo>
                    <a:pt x="18" y="23"/>
                    <a:pt x="17" y="23"/>
                    <a:pt x="17" y="23"/>
                  </a:cubicBezTo>
                  <a:cubicBezTo>
                    <a:pt x="16" y="23"/>
                    <a:pt x="16" y="25"/>
                    <a:pt x="15" y="24"/>
                  </a:cubicBezTo>
                  <a:cubicBezTo>
                    <a:pt x="14" y="24"/>
                    <a:pt x="14" y="24"/>
                    <a:pt x="13" y="24"/>
                  </a:cubicBezTo>
                  <a:cubicBezTo>
                    <a:pt x="13" y="24"/>
                    <a:pt x="13" y="24"/>
                    <a:pt x="12" y="24"/>
                  </a:cubicBezTo>
                  <a:cubicBezTo>
                    <a:pt x="12" y="25"/>
                    <a:pt x="11" y="25"/>
                    <a:pt x="11" y="26"/>
                  </a:cubicBezTo>
                  <a:cubicBezTo>
                    <a:pt x="9" y="28"/>
                    <a:pt x="8" y="30"/>
                    <a:pt x="6" y="31"/>
                  </a:cubicBezTo>
                  <a:cubicBezTo>
                    <a:pt x="6" y="31"/>
                    <a:pt x="5" y="31"/>
                    <a:pt x="5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5" y="32"/>
                    <a:pt x="5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5" y="34"/>
                    <a:pt x="4" y="35"/>
                    <a:pt x="4" y="35"/>
                  </a:cubicBezTo>
                  <a:cubicBezTo>
                    <a:pt x="4" y="35"/>
                    <a:pt x="4" y="35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3" y="38"/>
                    <a:pt x="3" y="39"/>
                    <a:pt x="1" y="39"/>
                  </a:cubicBezTo>
                  <a:cubicBezTo>
                    <a:pt x="1" y="39"/>
                    <a:pt x="1" y="38"/>
                    <a:pt x="0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1" y="36"/>
                    <a:pt x="1" y="35"/>
                    <a:pt x="1" y="35"/>
                  </a:cubicBezTo>
                  <a:cubicBezTo>
                    <a:pt x="1" y="34"/>
                    <a:pt x="1" y="33"/>
                    <a:pt x="2" y="33"/>
                  </a:cubicBezTo>
                  <a:cubicBezTo>
                    <a:pt x="2" y="33"/>
                    <a:pt x="2" y="33"/>
                    <a:pt x="2" y="32"/>
                  </a:cubicBezTo>
                  <a:cubicBezTo>
                    <a:pt x="3" y="32"/>
                    <a:pt x="3" y="31"/>
                    <a:pt x="3" y="31"/>
                  </a:cubicBezTo>
                  <a:cubicBezTo>
                    <a:pt x="3" y="31"/>
                    <a:pt x="4" y="31"/>
                    <a:pt x="4" y="30"/>
                  </a:cubicBezTo>
                  <a:cubicBezTo>
                    <a:pt x="5" y="29"/>
                    <a:pt x="6" y="29"/>
                    <a:pt x="7" y="28"/>
                  </a:cubicBezTo>
                  <a:cubicBezTo>
                    <a:pt x="7" y="28"/>
                    <a:pt x="8" y="27"/>
                    <a:pt x="8" y="27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9" y="26"/>
                    <a:pt x="10" y="26"/>
                    <a:pt x="10" y="25"/>
                  </a:cubicBezTo>
                  <a:cubicBezTo>
                    <a:pt x="10" y="25"/>
                    <a:pt x="11" y="24"/>
                    <a:pt x="12" y="24"/>
                  </a:cubicBezTo>
                  <a:cubicBezTo>
                    <a:pt x="12" y="23"/>
                    <a:pt x="10" y="23"/>
                    <a:pt x="10" y="22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9"/>
                    <a:pt x="9" y="20"/>
                    <a:pt x="9" y="19"/>
                  </a:cubicBezTo>
                  <a:cubicBezTo>
                    <a:pt x="10" y="20"/>
                    <a:pt x="10" y="19"/>
                    <a:pt x="11" y="20"/>
                  </a:cubicBezTo>
                  <a:cubicBezTo>
                    <a:pt x="11" y="20"/>
                    <a:pt x="12" y="19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4" y="20"/>
                    <a:pt x="14" y="19"/>
                    <a:pt x="14" y="19"/>
                  </a:cubicBezTo>
                  <a:cubicBezTo>
                    <a:pt x="14" y="19"/>
                    <a:pt x="15" y="19"/>
                    <a:pt x="15" y="18"/>
                  </a:cubicBezTo>
                  <a:cubicBezTo>
                    <a:pt x="15" y="18"/>
                    <a:pt x="16" y="17"/>
                    <a:pt x="16" y="17"/>
                  </a:cubicBezTo>
                  <a:cubicBezTo>
                    <a:pt x="15" y="16"/>
                    <a:pt x="14" y="17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2" y="16"/>
                    <a:pt x="11" y="16"/>
                    <a:pt x="10" y="16"/>
                  </a:cubicBezTo>
                  <a:cubicBezTo>
                    <a:pt x="9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6" y="14"/>
                    <a:pt x="6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4"/>
                    <a:pt x="6" y="14"/>
                    <a:pt x="7" y="13"/>
                  </a:cubicBezTo>
                  <a:cubicBezTo>
                    <a:pt x="9" y="13"/>
                    <a:pt x="11" y="13"/>
                    <a:pt x="13" y="12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7"/>
                    <a:pt x="15" y="6"/>
                  </a:cubicBezTo>
                  <a:cubicBezTo>
                    <a:pt x="15" y="6"/>
                    <a:pt x="15" y="5"/>
                    <a:pt x="14" y="5"/>
                  </a:cubicBezTo>
                  <a:cubicBezTo>
                    <a:pt x="14" y="4"/>
                    <a:pt x="15" y="4"/>
                    <a:pt x="15" y="4"/>
                  </a:cubicBezTo>
                  <a:cubicBezTo>
                    <a:pt x="15" y="3"/>
                    <a:pt x="15" y="2"/>
                    <a:pt x="15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7" y="0"/>
                    <a:pt x="18" y="1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5"/>
                    <a:pt x="34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6" y="26"/>
                    <a:pt x="37" y="27"/>
                  </a:cubicBezTo>
                  <a:cubicBezTo>
                    <a:pt x="38" y="27"/>
                    <a:pt x="39" y="28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30"/>
                    <a:pt x="39" y="30"/>
                    <a:pt x="39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7" y="31"/>
                    <a:pt x="36" y="31"/>
                  </a:cubicBezTo>
                  <a:cubicBezTo>
                    <a:pt x="36" y="31"/>
                    <a:pt x="35" y="31"/>
                    <a:pt x="36" y="30"/>
                  </a:cubicBezTo>
                  <a:cubicBezTo>
                    <a:pt x="35" y="30"/>
                    <a:pt x="35" y="30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9"/>
                    <a:pt x="34" y="29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1" y="26"/>
                    <a:pt x="30" y="26"/>
                    <a:pt x="31" y="26"/>
                  </a:cubicBezTo>
                  <a:cubicBezTo>
                    <a:pt x="31" y="26"/>
                    <a:pt x="31" y="25"/>
                    <a:pt x="30" y="26"/>
                  </a:cubicBezTo>
                  <a:cubicBezTo>
                    <a:pt x="31" y="25"/>
                    <a:pt x="31" y="26"/>
                    <a:pt x="32" y="25"/>
                  </a:cubicBezTo>
                  <a:close/>
                  <a:moveTo>
                    <a:pt x="22" y="27"/>
                  </a:move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1"/>
                    <a:pt x="27" y="32"/>
                  </a:cubicBezTo>
                  <a:cubicBezTo>
                    <a:pt x="27" y="32"/>
                    <a:pt x="27" y="33"/>
                    <a:pt x="28" y="33"/>
                  </a:cubicBezTo>
                  <a:cubicBezTo>
                    <a:pt x="28" y="33"/>
                    <a:pt x="29" y="34"/>
                    <a:pt x="29" y="34"/>
                  </a:cubicBezTo>
                  <a:cubicBezTo>
                    <a:pt x="29" y="35"/>
                    <a:pt x="31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8"/>
                    <a:pt x="32" y="39"/>
                  </a:cubicBezTo>
                  <a:cubicBezTo>
                    <a:pt x="31" y="40"/>
                    <a:pt x="30" y="40"/>
                    <a:pt x="28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1"/>
                    <a:pt x="25" y="41"/>
                  </a:cubicBezTo>
                  <a:cubicBezTo>
                    <a:pt x="25" y="41"/>
                    <a:pt x="24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0" y="41"/>
                    <a:pt x="20" y="42"/>
                    <a:pt x="19" y="41"/>
                  </a:cubicBezTo>
                  <a:cubicBezTo>
                    <a:pt x="19" y="42"/>
                    <a:pt x="18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0"/>
                    <a:pt x="15" y="41"/>
                  </a:cubicBezTo>
                  <a:cubicBezTo>
                    <a:pt x="13" y="40"/>
                    <a:pt x="12" y="38"/>
                    <a:pt x="12" y="37"/>
                  </a:cubicBezTo>
                  <a:cubicBezTo>
                    <a:pt x="11" y="37"/>
                    <a:pt x="11" y="36"/>
                    <a:pt x="11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9" y="33"/>
                    <a:pt x="10" y="33"/>
                    <a:pt x="10" y="33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9" y="32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2" y="32"/>
                    <a:pt x="12" y="33"/>
                  </a:cubicBezTo>
                  <a:cubicBezTo>
                    <a:pt x="13" y="34"/>
                    <a:pt x="14" y="36"/>
                    <a:pt x="16" y="37"/>
                  </a:cubicBezTo>
                  <a:cubicBezTo>
                    <a:pt x="16" y="37"/>
                    <a:pt x="17" y="37"/>
                    <a:pt x="17" y="37"/>
                  </a:cubicBezTo>
                  <a:cubicBezTo>
                    <a:pt x="18" y="37"/>
                    <a:pt x="19" y="37"/>
                    <a:pt x="20" y="37"/>
                  </a:cubicBezTo>
                  <a:cubicBezTo>
                    <a:pt x="21" y="38"/>
                    <a:pt x="21" y="37"/>
                    <a:pt x="22" y="37"/>
                  </a:cubicBezTo>
                  <a:cubicBezTo>
                    <a:pt x="22" y="37"/>
                    <a:pt x="23" y="38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5" y="37"/>
                    <a:pt x="26" y="37"/>
                  </a:cubicBezTo>
                  <a:cubicBezTo>
                    <a:pt x="25" y="36"/>
                    <a:pt x="26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2"/>
                    <a:pt x="23" y="32"/>
                  </a:cubicBezTo>
                  <a:cubicBezTo>
                    <a:pt x="23" y="32"/>
                    <a:pt x="23" y="32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2" y="30"/>
                    <a:pt x="22" y="30"/>
                  </a:cubicBezTo>
                  <a:cubicBezTo>
                    <a:pt x="22" y="30"/>
                    <a:pt x="22" y="30"/>
                    <a:pt x="23" y="30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9"/>
                    <a:pt x="21" y="29"/>
                  </a:cubicBezTo>
                  <a:cubicBezTo>
                    <a:pt x="21" y="28"/>
                    <a:pt x="21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9"/>
                    <a:pt x="18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9" y="32"/>
                    <a:pt x="20" y="33"/>
                  </a:cubicBezTo>
                  <a:cubicBezTo>
                    <a:pt x="20" y="33"/>
                    <a:pt x="19" y="34"/>
                    <a:pt x="19" y="34"/>
                  </a:cubicBezTo>
                  <a:cubicBezTo>
                    <a:pt x="19" y="34"/>
                    <a:pt x="19" y="35"/>
                    <a:pt x="18" y="35"/>
                  </a:cubicBezTo>
                  <a:cubicBezTo>
                    <a:pt x="18" y="34"/>
                    <a:pt x="18" y="35"/>
                    <a:pt x="18" y="35"/>
                  </a:cubicBezTo>
                  <a:cubicBezTo>
                    <a:pt x="17" y="35"/>
                    <a:pt x="17" y="34"/>
                    <a:pt x="17" y="34"/>
                  </a:cubicBezTo>
                  <a:cubicBezTo>
                    <a:pt x="17" y="32"/>
                    <a:pt x="17" y="31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9" y="26"/>
                    <a:pt x="20" y="27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7"/>
                    <a:pt x="22" y="27"/>
                    <a:pt x="2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5268" y="4115"/>
              <a:ext cx="98" cy="115"/>
            </a:xfrm>
            <a:custGeom>
              <a:avLst/>
              <a:gdLst>
                <a:gd name="T0" fmla="*/ 35 w 38"/>
                <a:gd name="T1" fmla="*/ 4 h 43"/>
                <a:gd name="T2" fmla="*/ 38 w 38"/>
                <a:gd name="T3" fmla="*/ 8 h 43"/>
                <a:gd name="T4" fmla="*/ 36 w 38"/>
                <a:gd name="T5" fmla="*/ 15 h 43"/>
                <a:gd name="T6" fmla="*/ 36 w 38"/>
                <a:gd name="T7" fmla="*/ 19 h 43"/>
                <a:gd name="T8" fmla="*/ 36 w 38"/>
                <a:gd name="T9" fmla="*/ 31 h 43"/>
                <a:gd name="T10" fmla="*/ 37 w 38"/>
                <a:gd name="T11" fmla="*/ 33 h 43"/>
                <a:gd name="T12" fmla="*/ 34 w 38"/>
                <a:gd name="T13" fmla="*/ 42 h 43"/>
                <a:gd name="T14" fmla="*/ 33 w 38"/>
                <a:gd name="T15" fmla="*/ 40 h 43"/>
                <a:gd name="T16" fmla="*/ 32 w 38"/>
                <a:gd name="T17" fmla="*/ 37 h 43"/>
                <a:gd name="T18" fmla="*/ 32 w 38"/>
                <a:gd name="T19" fmla="*/ 36 h 43"/>
                <a:gd name="T20" fmla="*/ 32 w 38"/>
                <a:gd name="T21" fmla="*/ 35 h 43"/>
                <a:gd name="T22" fmla="*/ 32 w 38"/>
                <a:gd name="T23" fmla="*/ 35 h 43"/>
                <a:gd name="T24" fmla="*/ 33 w 38"/>
                <a:gd name="T25" fmla="*/ 21 h 43"/>
                <a:gd name="T26" fmla="*/ 32 w 38"/>
                <a:gd name="T27" fmla="*/ 5 h 43"/>
                <a:gd name="T28" fmla="*/ 25 w 38"/>
                <a:gd name="T29" fmla="*/ 3 h 43"/>
                <a:gd name="T30" fmla="*/ 17 w 38"/>
                <a:gd name="T31" fmla="*/ 4 h 43"/>
                <a:gd name="T32" fmla="*/ 14 w 38"/>
                <a:gd name="T33" fmla="*/ 5 h 43"/>
                <a:gd name="T34" fmla="*/ 18 w 38"/>
                <a:gd name="T35" fmla="*/ 0 h 43"/>
                <a:gd name="T36" fmla="*/ 28 w 38"/>
                <a:gd name="T37" fmla="*/ 0 h 43"/>
                <a:gd name="T38" fmla="*/ 17 w 38"/>
                <a:gd name="T39" fmla="*/ 14 h 43"/>
                <a:gd name="T40" fmla="*/ 17 w 38"/>
                <a:gd name="T41" fmla="*/ 19 h 43"/>
                <a:gd name="T42" fmla="*/ 21 w 38"/>
                <a:gd name="T43" fmla="*/ 21 h 43"/>
                <a:gd name="T44" fmla="*/ 23 w 38"/>
                <a:gd name="T45" fmla="*/ 24 h 43"/>
                <a:gd name="T46" fmla="*/ 19 w 38"/>
                <a:gd name="T47" fmla="*/ 26 h 43"/>
                <a:gd name="T48" fmla="*/ 15 w 38"/>
                <a:gd name="T49" fmla="*/ 27 h 43"/>
                <a:gd name="T50" fmla="*/ 10 w 38"/>
                <a:gd name="T51" fmla="*/ 26 h 43"/>
                <a:gd name="T52" fmla="*/ 10 w 38"/>
                <a:gd name="T53" fmla="*/ 21 h 43"/>
                <a:gd name="T54" fmla="*/ 10 w 38"/>
                <a:gd name="T55" fmla="*/ 19 h 43"/>
                <a:gd name="T56" fmla="*/ 8 w 38"/>
                <a:gd name="T57" fmla="*/ 17 h 43"/>
                <a:gd name="T58" fmla="*/ 15 w 38"/>
                <a:gd name="T59" fmla="*/ 14 h 43"/>
                <a:gd name="T60" fmla="*/ 12 w 38"/>
                <a:gd name="T61" fmla="*/ 11 h 43"/>
                <a:gd name="T62" fmla="*/ 5 w 38"/>
                <a:gd name="T63" fmla="*/ 10 h 43"/>
                <a:gd name="T64" fmla="*/ 6 w 38"/>
                <a:gd name="T65" fmla="*/ 19 h 43"/>
                <a:gd name="T66" fmla="*/ 4 w 38"/>
                <a:gd name="T67" fmla="*/ 24 h 43"/>
                <a:gd name="T68" fmla="*/ 4 w 38"/>
                <a:gd name="T69" fmla="*/ 30 h 43"/>
                <a:gd name="T70" fmla="*/ 5 w 38"/>
                <a:gd name="T71" fmla="*/ 35 h 43"/>
                <a:gd name="T72" fmla="*/ 4 w 38"/>
                <a:gd name="T73" fmla="*/ 36 h 43"/>
                <a:gd name="T74" fmla="*/ 0 w 38"/>
                <a:gd name="T75" fmla="*/ 30 h 43"/>
                <a:gd name="T76" fmla="*/ 0 w 38"/>
                <a:gd name="T77" fmla="*/ 28 h 43"/>
                <a:gd name="T78" fmla="*/ 3 w 38"/>
                <a:gd name="T79" fmla="*/ 10 h 43"/>
                <a:gd name="T80" fmla="*/ 23 w 38"/>
                <a:gd name="T81" fmla="*/ 14 h 43"/>
                <a:gd name="T82" fmla="*/ 26 w 38"/>
                <a:gd name="T83" fmla="*/ 18 h 43"/>
                <a:gd name="T84" fmla="*/ 22 w 38"/>
                <a:gd name="T85" fmla="*/ 13 h 43"/>
                <a:gd name="T86" fmla="*/ 24 w 38"/>
                <a:gd name="T87" fmla="*/ 31 h 43"/>
                <a:gd name="T88" fmla="*/ 21 w 38"/>
                <a:gd name="T89" fmla="*/ 34 h 43"/>
                <a:gd name="T90" fmla="*/ 16 w 38"/>
                <a:gd name="T91" fmla="*/ 34 h 43"/>
                <a:gd name="T92" fmla="*/ 9 w 38"/>
                <a:gd name="T93" fmla="*/ 34 h 43"/>
                <a:gd name="T94" fmla="*/ 9 w 38"/>
                <a:gd name="T95" fmla="*/ 32 h 43"/>
                <a:gd name="T96" fmla="*/ 22 w 38"/>
                <a:gd name="T97" fmla="*/ 3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43">
                  <a:moveTo>
                    <a:pt x="28" y="0"/>
                  </a:moveTo>
                  <a:cubicBezTo>
                    <a:pt x="30" y="0"/>
                    <a:pt x="31" y="1"/>
                    <a:pt x="32" y="2"/>
                  </a:cubicBezTo>
                  <a:cubicBezTo>
                    <a:pt x="34" y="2"/>
                    <a:pt x="34" y="3"/>
                    <a:pt x="35" y="4"/>
                  </a:cubicBezTo>
                  <a:cubicBezTo>
                    <a:pt x="35" y="4"/>
                    <a:pt x="35" y="5"/>
                    <a:pt x="36" y="5"/>
                  </a:cubicBezTo>
                  <a:cubicBezTo>
                    <a:pt x="36" y="6"/>
                    <a:pt x="36" y="7"/>
                    <a:pt x="37" y="7"/>
                  </a:cubicBezTo>
                  <a:cubicBezTo>
                    <a:pt x="37" y="8"/>
                    <a:pt x="38" y="8"/>
                    <a:pt x="38" y="8"/>
                  </a:cubicBezTo>
                  <a:cubicBezTo>
                    <a:pt x="37" y="9"/>
                    <a:pt x="38" y="10"/>
                    <a:pt x="37" y="11"/>
                  </a:cubicBezTo>
                  <a:cubicBezTo>
                    <a:pt x="37" y="12"/>
                    <a:pt x="37" y="12"/>
                    <a:pt x="36" y="13"/>
                  </a:cubicBezTo>
                  <a:cubicBezTo>
                    <a:pt x="37" y="14"/>
                    <a:pt x="36" y="15"/>
                    <a:pt x="36" y="15"/>
                  </a:cubicBezTo>
                  <a:cubicBezTo>
                    <a:pt x="36" y="15"/>
                    <a:pt x="36" y="16"/>
                    <a:pt x="36" y="16"/>
                  </a:cubicBezTo>
                  <a:cubicBezTo>
                    <a:pt x="36" y="16"/>
                    <a:pt x="36" y="17"/>
                    <a:pt x="36" y="17"/>
                  </a:cubicBezTo>
                  <a:cubicBezTo>
                    <a:pt x="36" y="18"/>
                    <a:pt x="36" y="18"/>
                    <a:pt x="36" y="19"/>
                  </a:cubicBezTo>
                  <a:cubicBezTo>
                    <a:pt x="36" y="20"/>
                    <a:pt x="35" y="21"/>
                    <a:pt x="36" y="21"/>
                  </a:cubicBezTo>
                  <a:cubicBezTo>
                    <a:pt x="36" y="22"/>
                    <a:pt x="35" y="22"/>
                    <a:pt x="36" y="23"/>
                  </a:cubicBezTo>
                  <a:cubicBezTo>
                    <a:pt x="35" y="26"/>
                    <a:pt x="37" y="28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2"/>
                    <a:pt x="36" y="32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6"/>
                    <a:pt x="37" y="38"/>
                    <a:pt x="37" y="41"/>
                  </a:cubicBezTo>
                  <a:cubicBezTo>
                    <a:pt x="36" y="42"/>
                    <a:pt x="35" y="43"/>
                    <a:pt x="34" y="42"/>
                  </a:cubicBezTo>
                  <a:cubicBezTo>
                    <a:pt x="33" y="42"/>
                    <a:pt x="33" y="41"/>
                    <a:pt x="33" y="41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2" y="39"/>
                    <a:pt x="32" y="39"/>
                    <a:pt x="32" y="38"/>
                  </a:cubicBezTo>
                  <a:cubicBezTo>
                    <a:pt x="32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6"/>
                    <a:pt x="32" y="36"/>
                  </a:cubicBezTo>
                  <a:cubicBezTo>
                    <a:pt x="32" y="36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6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0"/>
                    <a:pt x="32" y="26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6"/>
                    <a:pt x="33" y="11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5"/>
                    <a:pt x="32" y="6"/>
                    <a:pt x="32" y="5"/>
                  </a:cubicBezTo>
                  <a:cubicBezTo>
                    <a:pt x="31" y="4"/>
                    <a:pt x="30" y="3"/>
                    <a:pt x="29" y="3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23" y="3"/>
                    <a:pt x="22" y="3"/>
                    <a:pt x="21" y="3"/>
                  </a:cubicBezTo>
                  <a:cubicBezTo>
                    <a:pt x="20" y="3"/>
                    <a:pt x="19" y="3"/>
                    <a:pt x="19" y="4"/>
                  </a:cubicBezTo>
                  <a:cubicBezTo>
                    <a:pt x="18" y="4"/>
                    <a:pt x="18" y="4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5"/>
                    <a:pt x="15" y="4"/>
                    <a:pt x="15" y="5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11" y="3"/>
                    <a:pt x="13" y="3"/>
                    <a:pt x="13" y="2"/>
                  </a:cubicBezTo>
                  <a:cubicBezTo>
                    <a:pt x="15" y="2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lose/>
                  <a:moveTo>
                    <a:pt x="17" y="10"/>
                  </a:moveTo>
                  <a:cubicBezTo>
                    <a:pt x="18" y="11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5"/>
                    <a:pt x="18" y="15"/>
                    <a:pt x="19" y="15"/>
                  </a:cubicBezTo>
                  <a:cubicBezTo>
                    <a:pt x="19" y="16"/>
                    <a:pt x="21" y="16"/>
                    <a:pt x="20" y="17"/>
                  </a:cubicBezTo>
                  <a:cubicBezTo>
                    <a:pt x="20" y="18"/>
                    <a:pt x="18" y="19"/>
                    <a:pt x="17" y="19"/>
                  </a:cubicBezTo>
                  <a:cubicBezTo>
                    <a:pt x="17" y="20"/>
                    <a:pt x="16" y="20"/>
                    <a:pt x="17" y="21"/>
                  </a:cubicBezTo>
                  <a:cubicBezTo>
                    <a:pt x="18" y="21"/>
                    <a:pt x="19" y="21"/>
                    <a:pt x="20" y="21"/>
                  </a:cubicBezTo>
                  <a:cubicBezTo>
                    <a:pt x="20" y="21"/>
                    <a:pt x="21" y="20"/>
                    <a:pt x="21" y="21"/>
                  </a:cubicBezTo>
                  <a:cubicBezTo>
                    <a:pt x="22" y="21"/>
                    <a:pt x="22" y="21"/>
                    <a:pt x="22" y="22"/>
                  </a:cubicBezTo>
                  <a:cubicBezTo>
                    <a:pt x="22" y="22"/>
                    <a:pt x="23" y="22"/>
                    <a:pt x="22" y="23"/>
                  </a:cubicBezTo>
                  <a:cubicBezTo>
                    <a:pt x="22" y="23"/>
                    <a:pt x="23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5"/>
                    <a:pt x="20" y="25"/>
                    <a:pt x="20" y="25"/>
                  </a:cubicBezTo>
                  <a:cubicBezTo>
                    <a:pt x="20" y="26"/>
                    <a:pt x="19" y="25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18" y="26"/>
                    <a:pt x="17" y="26"/>
                  </a:cubicBezTo>
                  <a:cubicBezTo>
                    <a:pt x="17" y="27"/>
                    <a:pt x="16" y="26"/>
                    <a:pt x="15" y="27"/>
                  </a:cubicBezTo>
                  <a:cubicBezTo>
                    <a:pt x="15" y="26"/>
                    <a:pt x="15" y="27"/>
                    <a:pt x="14" y="27"/>
                  </a:cubicBezTo>
                  <a:cubicBezTo>
                    <a:pt x="14" y="27"/>
                    <a:pt x="13" y="27"/>
                    <a:pt x="13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26"/>
                    <a:pt x="10" y="25"/>
                    <a:pt x="10" y="24"/>
                  </a:cubicBezTo>
                  <a:cubicBezTo>
                    <a:pt x="9" y="24"/>
                    <a:pt x="10" y="23"/>
                    <a:pt x="10" y="23"/>
                  </a:cubicBezTo>
                  <a:cubicBezTo>
                    <a:pt x="10" y="22"/>
                    <a:pt x="9" y="21"/>
                    <a:pt x="10" y="21"/>
                  </a:cubicBezTo>
                  <a:cubicBezTo>
                    <a:pt x="9" y="20"/>
                    <a:pt x="11" y="20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3" y="15"/>
                    <a:pt x="15" y="15"/>
                    <a:pt x="15" y="14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3" y="11"/>
                    <a:pt x="12" y="11"/>
                    <a:pt x="12" y="11"/>
                  </a:cubicBezTo>
                  <a:cubicBezTo>
                    <a:pt x="13" y="10"/>
                    <a:pt x="15" y="9"/>
                    <a:pt x="16" y="10"/>
                  </a:cubicBezTo>
                  <a:lnTo>
                    <a:pt x="17" y="10"/>
                  </a:lnTo>
                  <a:close/>
                  <a:moveTo>
                    <a:pt x="5" y="10"/>
                  </a:moveTo>
                  <a:cubicBezTo>
                    <a:pt x="5" y="11"/>
                    <a:pt x="6" y="12"/>
                    <a:pt x="6" y="12"/>
                  </a:cubicBezTo>
                  <a:cubicBezTo>
                    <a:pt x="6" y="13"/>
                    <a:pt x="6" y="14"/>
                    <a:pt x="6" y="15"/>
                  </a:cubicBezTo>
                  <a:cubicBezTo>
                    <a:pt x="6" y="16"/>
                    <a:pt x="6" y="17"/>
                    <a:pt x="6" y="19"/>
                  </a:cubicBezTo>
                  <a:cubicBezTo>
                    <a:pt x="6" y="20"/>
                    <a:pt x="5" y="20"/>
                    <a:pt x="5" y="21"/>
                  </a:cubicBezTo>
                  <a:cubicBezTo>
                    <a:pt x="5" y="22"/>
                    <a:pt x="5" y="22"/>
                    <a:pt x="4" y="22"/>
                  </a:cubicBezTo>
                  <a:cubicBezTo>
                    <a:pt x="5" y="23"/>
                    <a:pt x="5" y="24"/>
                    <a:pt x="4" y="24"/>
                  </a:cubicBezTo>
                  <a:cubicBezTo>
                    <a:pt x="5" y="25"/>
                    <a:pt x="4" y="25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8"/>
                    <a:pt x="5" y="28"/>
                    <a:pt x="4" y="30"/>
                  </a:cubicBezTo>
                  <a:cubicBezTo>
                    <a:pt x="5" y="31"/>
                    <a:pt x="5" y="31"/>
                    <a:pt x="5" y="32"/>
                  </a:cubicBezTo>
                  <a:cubicBezTo>
                    <a:pt x="5" y="32"/>
                    <a:pt x="5" y="33"/>
                    <a:pt x="6" y="34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4" y="36"/>
                    <a:pt x="4" y="36"/>
                  </a:cubicBezTo>
                  <a:cubicBezTo>
                    <a:pt x="3" y="35"/>
                    <a:pt x="2" y="35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0" y="30"/>
                    <a:pt x="0" y="30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0" y="29"/>
                    <a:pt x="1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1" y="15"/>
                    <a:pt x="3" y="13"/>
                    <a:pt x="3" y="10"/>
                  </a:cubicBezTo>
                  <a:cubicBezTo>
                    <a:pt x="3" y="10"/>
                    <a:pt x="3" y="9"/>
                    <a:pt x="4" y="9"/>
                  </a:cubicBezTo>
                  <a:cubicBezTo>
                    <a:pt x="4" y="9"/>
                    <a:pt x="5" y="10"/>
                    <a:pt x="5" y="10"/>
                  </a:cubicBezTo>
                  <a:close/>
                  <a:moveTo>
                    <a:pt x="23" y="14"/>
                  </a:moveTo>
                  <a:cubicBezTo>
                    <a:pt x="23" y="13"/>
                    <a:pt x="23" y="14"/>
                    <a:pt x="23" y="14"/>
                  </a:cubicBezTo>
                  <a:cubicBezTo>
                    <a:pt x="25" y="14"/>
                    <a:pt x="27" y="15"/>
                    <a:pt x="27" y="16"/>
                  </a:cubicBezTo>
                  <a:cubicBezTo>
                    <a:pt x="27" y="17"/>
                    <a:pt x="26" y="17"/>
                    <a:pt x="26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3" y="16"/>
                    <a:pt x="22" y="15"/>
                    <a:pt x="21" y="14"/>
                  </a:cubicBezTo>
                  <a:cubicBezTo>
                    <a:pt x="21" y="13"/>
                    <a:pt x="22" y="13"/>
                    <a:pt x="22" y="13"/>
                  </a:cubicBezTo>
                  <a:lnTo>
                    <a:pt x="23" y="14"/>
                  </a:lnTo>
                  <a:close/>
                  <a:moveTo>
                    <a:pt x="22" y="31"/>
                  </a:moveTo>
                  <a:cubicBezTo>
                    <a:pt x="23" y="31"/>
                    <a:pt x="24" y="30"/>
                    <a:pt x="24" y="31"/>
                  </a:cubicBezTo>
                  <a:cubicBezTo>
                    <a:pt x="24" y="31"/>
                    <a:pt x="24" y="32"/>
                    <a:pt x="24" y="32"/>
                  </a:cubicBezTo>
                  <a:cubicBezTo>
                    <a:pt x="23" y="32"/>
                    <a:pt x="24" y="33"/>
                    <a:pt x="23" y="33"/>
                  </a:cubicBezTo>
                  <a:cubicBezTo>
                    <a:pt x="23" y="34"/>
                    <a:pt x="22" y="34"/>
                    <a:pt x="21" y="34"/>
                  </a:cubicBezTo>
                  <a:cubicBezTo>
                    <a:pt x="21" y="34"/>
                    <a:pt x="21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4"/>
                    <a:pt x="17" y="33"/>
                    <a:pt x="16" y="34"/>
                  </a:cubicBezTo>
                  <a:cubicBezTo>
                    <a:pt x="16" y="34"/>
                    <a:pt x="15" y="34"/>
                    <a:pt x="14" y="34"/>
                  </a:cubicBezTo>
                  <a:cubicBezTo>
                    <a:pt x="13" y="35"/>
                    <a:pt x="12" y="35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9" y="34"/>
                    <a:pt x="9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5" y="31"/>
                    <a:pt x="17" y="30"/>
                    <a:pt x="20" y="30"/>
                  </a:cubicBezTo>
                  <a:cubicBezTo>
                    <a:pt x="20" y="31"/>
                    <a:pt x="22" y="31"/>
                    <a:pt x="2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 noEditPoints="1"/>
            </p:cNvSpPr>
            <p:nvPr/>
          </p:nvSpPr>
          <p:spPr bwMode="auto">
            <a:xfrm>
              <a:off x="5537" y="4091"/>
              <a:ext cx="202" cy="222"/>
            </a:xfrm>
            <a:custGeom>
              <a:avLst/>
              <a:gdLst>
                <a:gd name="T0" fmla="*/ 43 w 78"/>
                <a:gd name="T1" fmla="*/ 32 h 83"/>
                <a:gd name="T2" fmla="*/ 45 w 78"/>
                <a:gd name="T3" fmla="*/ 40 h 83"/>
                <a:gd name="T4" fmla="*/ 62 w 78"/>
                <a:gd name="T5" fmla="*/ 67 h 83"/>
                <a:gd name="T6" fmla="*/ 69 w 78"/>
                <a:gd name="T7" fmla="*/ 67 h 83"/>
                <a:gd name="T8" fmla="*/ 71 w 78"/>
                <a:gd name="T9" fmla="*/ 66 h 83"/>
                <a:gd name="T10" fmla="*/ 73 w 78"/>
                <a:gd name="T11" fmla="*/ 62 h 83"/>
                <a:gd name="T12" fmla="*/ 75 w 78"/>
                <a:gd name="T13" fmla="*/ 66 h 83"/>
                <a:gd name="T14" fmla="*/ 76 w 78"/>
                <a:gd name="T15" fmla="*/ 68 h 83"/>
                <a:gd name="T16" fmla="*/ 77 w 78"/>
                <a:gd name="T17" fmla="*/ 72 h 83"/>
                <a:gd name="T18" fmla="*/ 78 w 78"/>
                <a:gd name="T19" fmla="*/ 74 h 83"/>
                <a:gd name="T20" fmla="*/ 78 w 78"/>
                <a:gd name="T21" fmla="*/ 79 h 83"/>
                <a:gd name="T22" fmla="*/ 59 w 78"/>
                <a:gd name="T23" fmla="*/ 76 h 83"/>
                <a:gd name="T24" fmla="*/ 35 w 78"/>
                <a:gd name="T25" fmla="*/ 53 h 83"/>
                <a:gd name="T26" fmla="*/ 19 w 78"/>
                <a:gd name="T27" fmla="*/ 66 h 83"/>
                <a:gd name="T28" fmla="*/ 5 w 78"/>
                <a:gd name="T29" fmla="*/ 73 h 83"/>
                <a:gd name="T30" fmla="*/ 0 w 78"/>
                <a:gd name="T31" fmla="*/ 63 h 83"/>
                <a:gd name="T32" fmla="*/ 2 w 78"/>
                <a:gd name="T33" fmla="*/ 53 h 83"/>
                <a:gd name="T34" fmla="*/ 3 w 78"/>
                <a:gd name="T35" fmla="*/ 38 h 83"/>
                <a:gd name="T36" fmla="*/ 2 w 78"/>
                <a:gd name="T37" fmla="*/ 33 h 83"/>
                <a:gd name="T38" fmla="*/ 5 w 78"/>
                <a:gd name="T39" fmla="*/ 17 h 83"/>
                <a:gd name="T40" fmla="*/ 10 w 78"/>
                <a:gd name="T41" fmla="*/ 14 h 83"/>
                <a:gd name="T42" fmla="*/ 11 w 78"/>
                <a:gd name="T43" fmla="*/ 35 h 83"/>
                <a:gd name="T44" fmla="*/ 24 w 78"/>
                <a:gd name="T45" fmla="*/ 31 h 83"/>
                <a:gd name="T46" fmla="*/ 18 w 78"/>
                <a:gd name="T47" fmla="*/ 22 h 83"/>
                <a:gd name="T48" fmla="*/ 29 w 78"/>
                <a:gd name="T49" fmla="*/ 15 h 83"/>
                <a:gd name="T50" fmla="*/ 26 w 78"/>
                <a:gd name="T51" fmla="*/ 12 h 83"/>
                <a:gd name="T52" fmla="*/ 15 w 78"/>
                <a:gd name="T53" fmla="*/ 12 h 83"/>
                <a:gd name="T54" fmla="*/ 26 w 78"/>
                <a:gd name="T55" fmla="*/ 4 h 83"/>
                <a:gd name="T56" fmla="*/ 45 w 78"/>
                <a:gd name="T57" fmla="*/ 0 h 83"/>
                <a:gd name="T58" fmla="*/ 50 w 78"/>
                <a:gd name="T59" fmla="*/ 7 h 83"/>
                <a:gd name="T60" fmla="*/ 47 w 78"/>
                <a:gd name="T61" fmla="*/ 18 h 83"/>
                <a:gd name="T62" fmla="*/ 52 w 78"/>
                <a:gd name="T63" fmla="*/ 23 h 83"/>
                <a:gd name="T64" fmla="*/ 35 w 78"/>
                <a:gd name="T65" fmla="*/ 24 h 83"/>
                <a:gd name="T66" fmla="*/ 74 w 78"/>
                <a:gd name="T67" fmla="*/ 39 h 83"/>
                <a:gd name="T68" fmla="*/ 72 w 78"/>
                <a:gd name="T69" fmla="*/ 33 h 83"/>
                <a:gd name="T70" fmla="*/ 72 w 78"/>
                <a:gd name="T71" fmla="*/ 31 h 83"/>
                <a:gd name="T72" fmla="*/ 71 w 78"/>
                <a:gd name="T73" fmla="*/ 35 h 83"/>
                <a:gd name="T74" fmla="*/ 70 w 78"/>
                <a:gd name="T75" fmla="*/ 46 h 83"/>
                <a:gd name="T76" fmla="*/ 71 w 78"/>
                <a:gd name="T77" fmla="*/ 50 h 83"/>
                <a:gd name="T78" fmla="*/ 69 w 78"/>
                <a:gd name="T79" fmla="*/ 57 h 83"/>
                <a:gd name="T80" fmla="*/ 68 w 78"/>
                <a:gd name="T81" fmla="*/ 50 h 83"/>
                <a:gd name="T82" fmla="*/ 69 w 78"/>
                <a:gd name="T83" fmla="*/ 43 h 83"/>
                <a:gd name="T84" fmla="*/ 70 w 78"/>
                <a:gd name="T85" fmla="*/ 32 h 83"/>
                <a:gd name="T86" fmla="*/ 33 w 78"/>
                <a:gd name="T87" fmla="*/ 42 h 83"/>
                <a:gd name="T88" fmla="*/ 12 w 78"/>
                <a:gd name="T89" fmla="*/ 60 h 83"/>
                <a:gd name="T90" fmla="*/ 9 w 78"/>
                <a:gd name="T91" fmla="*/ 52 h 83"/>
                <a:gd name="T92" fmla="*/ 23 w 78"/>
                <a:gd name="T93" fmla="*/ 43 h 83"/>
                <a:gd name="T94" fmla="*/ 34 w 78"/>
                <a:gd name="T95" fmla="*/ 41 h 83"/>
                <a:gd name="T96" fmla="*/ 74 w 78"/>
                <a:gd name="T97" fmla="*/ 48 h 83"/>
                <a:gd name="T98" fmla="*/ 72 w 78"/>
                <a:gd name="T99" fmla="*/ 53 h 83"/>
                <a:gd name="T100" fmla="*/ 72 w 78"/>
                <a:gd name="T101" fmla="*/ 48 h 83"/>
                <a:gd name="T102" fmla="*/ 73 w 78"/>
                <a:gd name="T103" fmla="*/ 45 h 83"/>
                <a:gd name="T104" fmla="*/ 70 w 78"/>
                <a:gd name="T105" fmla="*/ 54 h 83"/>
                <a:gd name="T106" fmla="*/ 70 w 78"/>
                <a:gd name="T107" fmla="*/ 66 h 83"/>
                <a:gd name="T108" fmla="*/ 72 w 78"/>
                <a:gd name="T109" fmla="*/ 67 h 83"/>
                <a:gd name="T110" fmla="*/ 74 w 78"/>
                <a:gd name="T111" fmla="*/ 69 h 83"/>
                <a:gd name="T112" fmla="*/ 76 w 78"/>
                <a:gd name="T113" fmla="*/ 7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" h="83">
                  <a:moveTo>
                    <a:pt x="52" y="23"/>
                  </a:moveTo>
                  <a:cubicBezTo>
                    <a:pt x="53" y="26"/>
                    <a:pt x="52" y="27"/>
                    <a:pt x="51" y="28"/>
                  </a:cubicBezTo>
                  <a:cubicBezTo>
                    <a:pt x="51" y="31"/>
                    <a:pt x="48" y="30"/>
                    <a:pt x="46" y="31"/>
                  </a:cubicBezTo>
                  <a:cubicBezTo>
                    <a:pt x="45" y="31"/>
                    <a:pt x="44" y="33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31"/>
                    <a:pt x="40" y="34"/>
                    <a:pt x="39" y="34"/>
                  </a:cubicBezTo>
                  <a:cubicBezTo>
                    <a:pt x="40" y="36"/>
                    <a:pt x="40" y="38"/>
                    <a:pt x="42" y="39"/>
                  </a:cubicBezTo>
                  <a:cubicBezTo>
                    <a:pt x="43" y="39"/>
                    <a:pt x="44" y="40"/>
                    <a:pt x="45" y="40"/>
                  </a:cubicBezTo>
                  <a:cubicBezTo>
                    <a:pt x="44" y="41"/>
                    <a:pt x="45" y="42"/>
                    <a:pt x="44" y="43"/>
                  </a:cubicBezTo>
                  <a:cubicBezTo>
                    <a:pt x="45" y="45"/>
                    <a:pt x="47" y="47"/>
                    <a:pt x="49" y="49"/>
                  </a:cubicBezTo>
                  <a:cubicBezTo>
                    <a:pt x="50" y="50"/>
                    <a:pt x="49" y="53"/>
                    <a:pt x="51" y="53"/>
                  </a:cubicBezTo>
                  <a:cubicBezTo>
                    <a:pt x="54" y="58"/>
                    <a:pt x="58" y="62"/>
                    <a:pt x="62" y="67"/>
                  </a:cubicBezTo>
                  <a:cubicBezTo>
                    <a:pt x="64" y="69"/>
                    <a:pt x="66" y="71"/>
                    <a:pt x="68" y="72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8" y="70"/>
                    <a:pt x="69" y="69"/>
                    <a:pt x="68" y="67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6"/>
                    <a:pt x="69" y="64"/>
                    <a:pt x="68" y="63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69" y="61"/>
                    <a:pt x="70" y="62"/>
                    <a:pt x="71" y="62"/>
                  </a:cubicBezTo>
                  <a:cubicBezTo>
                    <a:pt x="71" y="63"/>
                    <a:pt x="71" y="65"/>
                    <a:pt x="71" y="66"/>
                  </a:cubicBezTo>
                  <a:cubicBezTo>
                    <a:pt x="73" y="66"/>
                    <a:pt x="71" y="64"/>
                    <a:pt x="72" y="63"/>
                  </a:cubicBezTo>
                  <a:cubicBezTo>
                    <a:pt x="72" y="62"/>
                    <a:pt x="70" y="60"/>
                    <a:pt x="72" y="59"/>
                  </a:cubicBezTo>
                  <a:cubicBezTo>
                    <a:pt x="73" y="60"/>
                    <a:pt x="72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3"/>
                    <a:pt x="73" y="63"/>
                    <a:pt x="73" y="63"/>
                  </a:cubicBezTo>
                  <a:cubicBezTo>
                    <a:pt x="73" y="64"/>
                    <a:pt x="74" y="65"/>
                    <a:pt x="73" y="67"/>
                  </a:cubicBezTo>
                  <a:cubicBezTo>
                    <a:pt x="73" y="67"/>
                    <a:pt x="74" y="67"/>
                    <a:pt x="74" y="68"/>
                  </a:cubicBezTo>
                  <a:cubicBezTo>
                    <a:pt x="75" y="67"/>
                    <a:pt x="75" y="67"/>
                    <a:pt x="75" y="66"/>
                  </a:cubicBezTo>
                  <a:cubicBezTo>
                    <a:pt x="75" y="67"/>
                    <a:pt x="75" y="69"/>
                    <a:pt x="77" y="68"/>
                  </a:cubicBezTo>
                  <a:cubicBezTo>
                    <a:pt x="78" y="68"/>
                    <a:pt x="77" y="69"/>
                    <a:pt x="78" y="69"/>
                  </a:cubicBezTo>
                  <a:cubicBezTo>
                    <a:pt x="78" y="70"/>
                    <a:pt x="77" y="70"/>
                    <a:pt x="77" y="70"/>
                  </a:cubicBezTo>
                  <a:cubicBezTo>
                    <a:pt x="76" y="69"/>
                    <a:pt x="77" y="69"/>
                    <a:pt x="76" y="68"/>
                  </a:cubicBezTo>
                  <a:cubicBezTo>
                    <a:pt x="75" y="69"/>
                    <a:pt x="75" y="70"/>
                    <a:pt x="76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1"/>
                    <a:pt x="77" y="71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6" y="73"/>
                    <a:pt x="77" y="74"/>
                    <a:pt x="78" y="74"/>
                  </a:cubicBezTo>
                  <a:cubicBezTo>
                    <a:pt x="78" y="74"/>
                    <a:pt x="78" y="74"/>
                    <a:pt x="78" y="74"/>
                  </a:cubicBezTo>
                  <a:cubicBezTo>
                    <a:pt x="78" y="75"/>
                    <a:pt x="77" y="75"/>
                    <a:pt x="77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7"/>
                    <a:pt x="77" y="78"/>
                    <a:pt x="78" y="79"/>
                  </a:cubicBezTo>
                  <a:cubicBezTo>
                    <a:pt x="78" y="80"/>
                    <a:pt x="77" y="80"/>
                    <a:pt x="78" y="80"/>
                  </a:cubicBezTo>
                  <a:cubicBezTo>
                    <a:pt x="77" y="81"/>
                    <a:pt x="77" y="83"/>
                    <a:pt x="75" y="82"/>
                  </a:cubicBezTo>
                  <a:cubicBezTo>
                    <a:pt x="74" y="83"/>
                    <a:pt x="72" y="82"/>
                    <a:pt x="70" y="82"/>
                  </a:cubicBezTo>
                  <a:cubicBezTo>
                    <a:pt x="66" y="81"/>
                    <a:pt x="63" y="78"/>
                    <a:pt x="59" y="76"/>
                  </a:cubicBezTo>
                  <a:cubicBezTo>
                    <a:pt x="59" y="75"/>
                    <a:pt x="58" y="75"/>
                    <a:pt x="57" y="74"/>
                  </a:cubicBezTo>
                  <a:cubicBezTo>
                    <a:pt x="50" y="67"/>
                    <a:pt x="45" y="59"/>
                    <a:pt x="40" y="50"/>
                  </a:cubicBezTo>
                  <a:cubicBezTo>
                    <a:pt x="40" y="50"/>
                    <a:pt x="39" y="49"/>
                    <a:pt x="39" y="50"/>
                  </a:cubicBezTo>
                  <a:cubicBezTo>
                    <a:pt x="37" y="51"/>
                    <a:pt x="36" y="52"/>
                    <a:pt x="35" y="53"/>
                  </a:cubicBezTo>
                  <a:cubicBezTo>
                    <a:pt x="34" y="54"/>
                    <a:pt x="32" y="55"/>
                    <a:pt x="32" y="56"/>
                  </a:cubicBezTo>
                  <a:cubicBezTo>
                    <a:pt x="29" y="58"/>
                    <a:pt x="27" y="61"/>
                    <a:pt x="24" y="62"/>
                  </a:cubicBezTo>
                  <a:cubicBezTo>
                    <a:pt x="22" y="63"/>
                    <a:pt x="21" y="65"/>
                    <a:pt x="18" y="65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8" y="67"/>
                    <a:pt x="16" y="67"/>
                    <a:pt x="15" y="68"/>
                  </a:cubicBezTo>
                  <a:cubicBezTo>
                    <a:pt x="14" y="68"/>
                    <a:pt x="14" y="69"/>
                    <a:pt x="12" y="69"/>
                  </a:cubicBezTo>
                  <a:cubicBezTo>
                    <a:pt x="12" y="70"/>
                    <a:pt x="10" y="71"/>
                    <a:pt x="9" y="73"/>
                  </a:cubicBezTo>
                  <a:cubicBezTo>
                    <a:pt x="8" y="73"/>
                    <a:pt x="7" y="72"/>
                    <a:pt x="5" y="73"/>
                  </a:cubicBezTo>
                  <a:cubicBezTo>
                    <a:pt x="5" y="71"/>
                    <a:pt x="3" y="71"/>
                    <a:pt x="3" y="70"/>
                  </a:cubicBezTo>
                  <a:cubicBezTo>
                    <a:pt x="2" y="69"/>
                    <a:pt x="1" y="68"/>
                    <a:pt x="0" y="67"/>
                  </a:cubicBezTo>
                  <a:cubicBezTo>
                    <a:pt x="0" y="66"/>
                    <a:pt x="0" y="65"/>
                    <a:pt x="0" y="65"/>
                  </a:cubicBezTo>
                  <a:cubicBezTo>
                    <a:pt x="0" y="64"/>
                    <a:pt x="1" y="64"/>
                    <a:pt x="0" y="63"/>
                  </a:cubicBezTo>
                  <a:cubicBezTo>
                    <a:pt x="1" y="61"/>
                    <a:pt x="1" y="59"/>
                    <a:pt x="1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4"/>
                    <a:pt x="2" y="53"/>
                    <a:pt x="2" y="53"/>
                  </a:cubicBezTo>
                  <a:cubicBezTo>
                    <a:pt x="3" y="49"/>
                    <a:pt x="2" y="46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3" y="42"/>
                    <a:pt x="2" y="42"/>
                    <a:pt x="2" y="42"/>
                  </a:cubicBezTo>
                  <a:cubicBezTo>
                    <a:pt x="3" y="41"/>
                    <a:pt x="2" y="40"/>
                    <a:pt x="3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3" y="37"/>
                    <a:pt x="3" y="36"/>
                    <a:pt x="3" y="35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4" y="30"/>
                    <a:pt x="2" y="27"/>
                    <a:pt x="4" y="24"/>
                  </a:cubicBezTo>
                  <a:cubicBezTo>
                    <a:pt x="3" y="23"/>
                    <a:pt x="4" y="22"/>
                    <a:pt x="4" y="21"/>
                  </a:cubicBezTo>
                  <a:cubicBezTo>
                    <a:pt x="4" y="20"/>
                    <a:pt x="4" y="18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5"/>
                    <a:pt x="7" y="15"/>
                  </a:cubicBezTo>
                  <a:cubicBezTo>
                    <a:pt x="8" y="14"/>
                    <a:pt x="9" y="14"/>
                    <a:pt x="10" y="14"/>
                  </a:cubicBezTo>
                  <a:cubicBezTo>
                    <a:pt x="13" y="16"/>
                    <a:pt x="14" y="19"/>
                    <a:pt x="15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6"/>
                    <a:pt x="15" y="29"/>
                    <a:pt x="13" y="30"/>
                  </a:cubicBezTo>
                  <a:cubicBezTo>
                    <a:pt x="12" y="32"/>
                    <a:pt x="14" y="34"/>
                    <a:pt x="11" y="35"/>
                  </a:cubicBezTo>
                  <a:cubicBezTo>
                    <a:pt x="11" y="36"/>
                    <a:pt x="11" y="37"/>
                    <a:pt x="11" y="38"/>
                  </a:cubicBezTo>
                  <a:cubicBezTo>
                    <a:pt x="12" y="39"/>
                    <a:pt x="12" y="37"/>
                    <a:pt x="14" y="36"/>
                  </a:cubicBezTo>
                  <a:cubicBezTo>
                    <a:pt x="16" y="35"/>
                    <a:pt x="19" y="34"/>
                    <a:pt x="21" y="33"/>
                  </a:cubicBezTo>
                  <a:cubicBezTo>
                    <a:pt x="22" y="33"/>
                    <a:pt x="24" y="32"/>
                    <a:pt x="24" y="31"/>
                  </a:cubicBezTo>
                  <a:cubicBezTo>
                    <a:pt x="26" y="31"/>
                    <a:pt x="28" y="30"/>
                    <a:pt x="28" y="2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5"/>
                    <a:pt x="21" y="31"/>
                    <a:pt x="18" y="27"/>
                  </a:cubicBezTo>
                  <a:cubicBezTo>
                    <a:pt x="16" y="26"/>
                    <a:pt x="18" y="24"/>
                    <a:pt x="18" y="22"/>
                  </a:cubicBezTo>
                  <a:cubicBezTo>
                    <a:pt x="19" y="21"/>
                    <a:pt x="20" y="20"/>
                    <a:pt x="21" y="19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5" y="18"/>
                    <a:pt x="23" y="14"/>
                    <a:pt x="26" y="15"/>
                  </a:cubicBezTo>
                  <a:cubicBezTo>
                    <a:pt x="27" y="15"/>
                    <a:pt x="28" y="16"/>
                    <a:pt x="29" y="15"/>
                  </a:cubicBezTo>
                  <a:cubicBezTo>
                    <a:pt x="31" y="14"/>
                    <a:pt x="32" y="13"/>
                    <a:pt x="33" y="12"/>
                  </a:cubicBezTo>
                  <a:cubicBezTo>
                    <a:pt x="33" y="11"/>
                    <a:pt x="34" y="11"/>
                    <a:pt x="34" y="10"/>
                  </a:cubicBezTo>
                  <a:cubicBezTo>
                    <a:pt x="32" y="10"/>
                    <a:pt x="31" y="11"/>
                    <a:pt x="29" y="11"/>
                  </a:cubicBezTo>
                  <a:cubicBezTo>
                    <a:pt x="29" y="12"/>
                    <a:pt x="27" y="12"/>
                    <a:pt x="26" y="12"/>
                  </a:cubicBezTo>
                  <a:cubicBezTo>
                    <a:pt x="26" y="13"/>
                    <a:pt x="25" y="12"/>
                    <a:pt x="24" y="13"/>
                  </a:cubicBezTo>
                  <a:cubicBezTo>
                    <a:pt x="24" y="13"/>
                    <a:pt x="23" y="14"/>
                    <a:pt x="23" y="13"/>
                  </a:cubicBezTo>
                  <a:cubicBezTo>
                    <a:pt x="22" y="14"/>
                    <a:pt x="21" y="13"/>
                    <a:pt x="20" y="14"/>
                  </a:cubicBezTo>
                  <a:cubicBezTo>
                    <a:pt x="19" y="12"/>
                    <a:pt x="16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0"/>
                    <a:pt x="12" y="11"/>
                    <a:pt x="13" y="9"/>
                  </a:cubicBezTo>
                  <a:cubicBezTo>
                    <a:pt x="13" y="8"/>
                    <a:pt x="14" y="6"/>
                    <a:pt x="15" y="6"/>
                  </a:cubicBezTo>
                  <a:cubicBezTo>
                    <a:pt x="19" y="5"/>
                    <a:pt x="22" y="4"/>
                    <a:pt x="26" y="4"/>
                  </a:cubicBezTo>
                  <a:cubicBezTo>
                    <a:pt x="27" y="4"/>
                    <a:pt x="29" y="3"/>
                    <a:pt x="31" y="3"/>
                  </a:cubicBezTo>
                  <a:cubicBezTo>
                    <a:pt x="32" y="2"/>
                    <a:pt x="34" y="3"/>
                    <a:pt x="35" y="2"/>
                  </a:cubicBezTo>
                  <a:cubicBezTo>
                    <a:pt x="38" y="2"/>
                    <a:pt x="40" y="1"/>
                    <a:pt x="42" y="0"/>
                  </a:cubicBezTo>
                  <a:cubicBezTo>
                    <a:pt x="42" y="0"/>
                    <a:pt x="4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1"/>
                    <a:pt x="50" y="1"/>
                    <a:pt x="51" y="3"/>
                  </a:cubicBezTo>
                  <a:cubicBezTo>
                    <a:pt x="50" y="4"/>
                    <a:pt x="52" y="4"/>
                    <a:pt x="52" y="5"/>
                  </a:cubicBezTo>
                  <a:cubicBezTo>
                    <a:pt x="52" y="6"/>
                    <a:pt x="50" y="5"/>
                    <a:pt x="50" y="7"/>
                  </a:cubicBezTo>
                  <a:cubicBezTo>
                    <a:pt x="47" y="8"/>
                    <a:pt x="45" y="11"/>
                    <a:pt x="43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4" y="15"/>
                    <a:pt x="45" y="14"/>
                    <a:pt x="46" y="15"/>
                  </a:cubicBezTo>
                  <a:cubicBezTo>
                    <a:pt x="46" y="16"/>
                    <a:pt x="46" y="17"/>
                    <a:pt x="47" y="18"/>
                  </a:cubicBezTo>
                  <a:cubicBezTo>
                    <a:pt x="46" y="19"/>
                    <a:pt x="45" y="20"/>
                    <a:pt x="43" y="20"/>
                  </a:cubicBezTo>
                  <a:cubicBezTo>
                    <a:pt x="43" y="21"/>
                    <a:pt x="42" y="21"/>
                    <a:pt x="42" y="21"/>
                  </a:cubicBezTo>
                  <a:cubicBezTo>
                    <a:pt x="45" y="22"/>
                    <a:pt x="47" y="21"/>
                    <a:pt x="49" y="22"/>
                  </a:cubicBezTo>
                  <a:cubicBezTo>
                    <a:pt x="50" y="23"/>
                    <a:pt x="51" y="22"/>
                    <a:pt x="52" y="23"/>
                  </a:cubicBezTo>
                  <a:close/>
                  <a:moveTo>
                    <a:pt x="40" y="24"/>
                  </a:moveTo>
                  <a:cubicBezTo>
                    <a:pt x="40" y="25"/>
                    <a:pt x="38" y="25"/>
                    <a:pt x="37" y="26"/>
                  </a:cubicBezTo>
                  <a:cubicBezTo>
                    <a:pt x="36" y="26"/>
                    <a:pt x="36" y="26"/>
                    <a:pt x="35" y="26"/>
                  </a:cubicBezTo>
                  <a:cubicBezTo>
                    <a:pt x="34" y="26"/>
                    <a:pt x="36" y="25"/>
                    <a:pt x="35" y="24"/>
                  </a:cubicBezTo>
                  <a:cubicBezTo>
                    <a:pt x="36" y="24"/>
                    <a:pt x="37" y="22"/>
                    <a:pt x="38" y="23"/>
                  </a:cubicBezTo>
                  <a:cubicBezTo>
                    <a:pt x="39" y="23"/>
                    <a:pt x="39" y="25"/>
                    <a:pt x="40" y="24"/>
                  </a:cubicBezTo>
                  <a:close/>
                  <a:moveTo>
                    <a:pt x="73" y="36"/>
                  </a:moveTo>
                  <a:cubicBezTo>
                    <a:pt x="73" y="37"/>
                    <a:pt x="73" y="38"/>
                    <a:pt x="74" y="39"/>
                  </a:cubicBezTo>
                  <a:cubicBezTo>
                    <a:pt x="73" y="40"/>
                    <a:pt x="73" y="42"/>
                    <a:pt x="74" y="44"/>
                  </a:cubicBezTo>
                  <a:cubicBezTo>
                    <a:pt x="74" y="44"/>
                    <a:pt x="72" y="44"/>
                    <a:pt x="72" y="44"/>
                  </a:cubicBezTo>
                  <a:cubicBezTo>
                    <a:pt x="72" y="41"/>
                    <a:pt x="72" y="37"/>
                    <a:pt x="72" y="33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3" y="33"/>
                    <a:pt x="72" y="33"/>
                    <a:pt x="73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2"/>
                    <a:pt x="72" y="32"/>
                    <a:pt x="72" y="31"/>
                  </a:cubicBezTo>
                  <a:cubicBezTo>
                    <a:pt x="72" y="31"/>
                    <a:pt x="73" y="30"/>
                    <a:pt x="73" y="30"/>
                  </a:cubicBezTo>
                  <a:cubicBezTo>
                    <a:pt x="72" y="29"/>
                    <a:pt x="73" y="28"/>
                    <a:pt x="73" y="27"/>
                  </a:cubicBezTo>
                  <a:cubicBezTo>
                    <a:pt x="73" y="29"/>
                    <a:pt x="73" y="33"/>
                    <a:pt x="73" y="36"/>
                  </a:cubicBezTo>
                  <a:close/>
                  <a:moveTo>
                    <a:pt x="71" y="35"/>
                  </a:moveTo>
                  <a:cubicBezTo>
                    <a:pt x="71" y="35"/>
                    <a:pt x="70" y="36"/>
                    <a:pt x="71" y="37"/>
                  </a:cubicBezTo>
                  <a:cubicBezTo>
                    <a:pt x="70" y="37"/>
                    <a:pt x="71" y="38"/>
                    <a:pt x="71" y="39"/>
                  </a:cubicBezTo>
                  <a:cubicBezTo>
                    <a:pt x="70" y="40"/>
                    <a:pt x="71" y="43"/>
                    <a:pt x="70" y="44"/>
                  </a:cubicBezTo>
                  <a:cubicBezTo>
                    <a:pt x="70" y="44"/>
                    <a:pt x="71" y="45"/>
                    <a:pt x="70" y="46"/>
                  </a:cubicBezTo>
                  <a:cubicBezTo>
                    <a:pt x="71" y="46"/>
                    <a:pt x="70" y="47"/>
                    <a:pt x="70" y="48"/>
                  </a:cubicBezTo>
                  <a:cubicBezTo>
                    <a:pt x="69" y="49"/>
                    <a:pt x="70" y="50"/>
                    <a:pt x="70" y="51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1" y="51"/>
                    <a:pt x="70" y="50"/>
                    <a:pt x="71" y="50"/>
                  </a:cubicBezTo>
                  <a:cubicBezTo>
                    <a:pt x="70" y="51"/>
                    <a:pt x="71" y="52"/>
                    <a:pt x="70" y="53"/>
                  </a:cubicBezTo>
                  <a:cubicBezTo>
                    <a:pt x="71" y="54"/>
                    <a:pt x="71" y="56"/>
                    <a:pt x="71" y="57"/>
                  </a:cubicBezTo>
                  <a:cubicBezTo>
                    <a:pt x="70" y="57"/>
                    <a:pt x="70" y="56"/>
                    <a:pt x="70" y="56"/>
                  </a:cubicBezTo>
                  <a:cubicBezTo>
                    <a:pt x="70" y="57"/>
                    <a:pt x="69" y="57"/>
                    <a:pt x="69" y="57"/>
                  </a:cubicBezTo>
                  <a:cubicBezTo>
                    <a:pt x="70" y="58"/>
                    <a:pt x="69" y="59"/>
                    <a:pt x="69" y="60"/>
                  </a:cubicBezTo>
                  <a:cubicBezTo>
                    <a:pt x="68" y="60"/>
                    <a:pt x="69" y="59"/>
                    <a:pt x="68" y="59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67" y="53"/>
                    <a:pt x="69" y="52"/>
                    <a:pt x="68" y="50"/>
                  </a:cubicBezTo>
                  <a:cubicBezTo>
                    <a:pt x="69" y="50"/>
                    <a:pt x="68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9" y="46"/>
                    <a:pt x="69" y="44"/>
                  </a:cubicBezTo>
                  <a:cubicBezTo>
                    <a:pt x="69" y="44"/>
                    <a:pt x="69" y="44"/>
                    <a:pt x="69" y="43"/>
                  </a:cubicBezTo>
                  <a:cubicBezTo>
                    <a:pt x="69" y="43"/>
                    <a:pt x="68" y="43"/>
                    <a:pt x="68" y="43"/>
                  </a:cubicBezTo>
                  <a:cubicBezTo>
                    <a:pt x="71" y="43"/>
                    <a:pt x="68" y="40"/>
                    <a:pt x="69" y="39"/>
                  </a:cubicBezTo>
                  <a:cubicBezTo>
                    <a:pt x="68" y="38"/>
                    <a:pt x="71" y="37"/>
                    <a:pt x="69" y="36"/>
                  </a:cubicBezTo>
                  <a:cubicBezTo>
                    <a:pt x="70" y="35"/>
                    <a:pt x="70" y="33"/>
                    <a:pt x="70" y="32"/>
                  </a:cubicBezTo>
                  <a:cubicBezTo>
                    <a:pt x="71" y="35"/>
                    <a:pt x="71" y="35"/>
                    <a:pt x="71" y="35"/>
                  </a:cubicBezTo>
                  <a:close/>
                  <a:moveTo>
                    <a:pt x="34" y="41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1"/>
                    <a:pt x="33" y="42"/>
                  </a:cubicBezTo>
                  <a:cubicBezTo>
                    <a:pt x="33" y="42"/>
                    <a:pt x="34" y="43"/>
                    <a:pt x="34" y="44"/>
                  </a:cubicBezTo>
                  <a:cubicBezTo>
                    <a:pt x="32" y="46"/>
                    <a:pt x="29" y="47"/>
                    <a:pt x="28" y="49"/>
                  </a:cubicBezTo>
                  <a:cubicBezTo>
                    <a:pt x="27" y="49"/>
                    <a:pt x="27" y="50"/>
                    <a:pt x="26" y="50"/>
                  </a:cubicBezTo>
                  <a:cubicBezTo>
                    <a:pt x="21" y="53"/>
                    <a:pt x="17" y="57"/>
                    <a:pt x="12" y="60"/>
                  </a:cubicBezTo>
                  <a:cubicBezTo>
                    <a:pt x="12" y="60"/>
                    <a:pt x="12" y="60"/>
                    <a:pt x="11" y="60"/>
                  </a:cubicBezTo>
                  <a:cubicBezTo>
                    <a:pt x="11" y="60"/>
                    <a:pt x="11" y="59"/>
                    <a:pt x="10" y="59"/>
                  </a:cubicBezTo>
                  <a:cubicBezTo>
                    <a:pt x="11" y="57"/>
                    <a:pt x="10" y="56"/>
                    <a:pt x="10" y="56"/>
                  </a:cubicBezTo>
                  <a:cubicBezTo>
                    <a:pt x="10" y="54"/>
                    <a:pt x="11" y="53"/>
                    <a:pt x="9" y="52"/>
                  </a:cubicBezTo>
                  <a:cubicBezTo>
                    <a:pt x="11" y="50"/>
                    <a:pt x="10" y="47"/>
                    <a:pt x="10" y="45"/>
                  </a:cubicBezTo>
                  <a:cubicBezTo>
                    <a:pt x="12" y="47"/>
                    <a:pt x="14" y="45"/>
                    <a:pt x="17" y="46"/>
                  </a:cubicBezTo>
                  <a:cubicBezTo>
                    <a:pt x="17" y="45"/>
                    <a:pt x="18" y="45"/>
                    <a:pt x="18" y="45"/>
                  </a:cubicBezTo>
                  <a:cubicBezTo>
                    <a:pt x="20" y="44"/>
                    <a:pt x="21" y="43"/>
                    <a:pt x="23" y="43"/>
                  </a:cubicBezTo>
                  <a:cubicBezTo>
                    <a:pt x="24" y="43"/>
                    <a:pt x="24" y="41"/>
                    <a:pt x="26" y="42"/>
                  </a:cubicBezTo>
                  <a:cubicBezTo>
                    <a:pt x="27" y="41"/>
                    <a:pt x="28" y="39"/>
                    <a:pt x="30" y="39"/>
                  </a:cubicBezTo>
                  <a:cubicBezTo>
                    <a:pt x="30" y="38"/>
                    <a:pt x="31" y="38"/>
                    <a:pt x="32" y="37"/>
                  </a:cubicBezTo>
                  <a:cubicBezTo>
                    <a:pt x="33" y="38"/>
                    <a:pt x="34" y="40"/>
                    <a:pt x="34" y="41"/>
                  </a:cubicBezTo>
                  <a:close/>
                  <a:moveTo>
                    <a:pt x="74" y="46"/>
                  </a:moveTo>
                  <a:cubicBezTo>
                    <a:pt x="73" y="46"/>
                    <a:pt x="73" y="47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9"/>
                    <a:pt x="74" y="50"/>
                    <a:pt x="73" y="51"/>
                  </a:cubicBezTo>
                  <a:cubicBezTo>
                    <a:pt x="74" y="52"/>
                    <a:pt x="74" y="54"/>
                    <a:pt x="73" y="55"/>
                  </a:cubicBezTo>
                  <a:cubicBezTo>
                    <a:pt x="73" y="55"/>
                    <a:pt x="73" y="56"/>
                    <a:pt x="73" y="56"/>
                  </a:cubicBezTo>
                  <a:cubicBezTo>
                    <a:pt x="73" y="56"/>
                    <a:pt x="71" y="54"/>
                    <a:pt x="72" y="53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3" y="54"/>
                    <a:pt x="73" y="52"/>
                    <a:pt x="73" y="51"/>
                  </a:cubicBezTo>
                  <a:cubicBezTo>
                    <a:pt x="72" y="50"/>
                    <a:pt x="73" y="49"/>
                    <a:pt x="72" y="49"/>
                  </a:cubicBezTo>
                  <a:cubicBezTo>
                    <a:pt x="73" y="49"/>
                    <a:pt x="72" y="48"/>
                    <a:pt x="72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3" y="46"/>
                    <a:pt x="71" y="45"/>
                    <a:pt x="73" y="45"/>
                  </a:cubicBezTo>
                  <a:cubicBezTo>
                    <a:pt x="74" y="45"/>
                    <a:pt x="74" y="45"/>
                    <a:pt x="74" y="45"/>
                  </a:cubicBezTo>
                  <a:lnTo>
                    <a:pt x="74" y="46"/>
                  </a:lnTo>
                  <a:close/>
                  <a:moveTo>
                    <a:pt x="70" y="55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4"/>
                    <a:pt x="70" y="54"/>
                  </a:cubicBezTo>
                  <a:lnTo>
                    <a:pt x="70" y="55"/>
                  </a:lnTo>
                  <a:close/>
                  <a:moveTo>
                    <a:pt x="70" y="68"/>
                  </a:moveTo>
                  <a:cubicBezTo>
                    <a:pt x="70" y="67"/>
                    <a:pt x="69" y="67"/>
                    <a:pt x="70" y="66"/>
                  </a:cubicBezTo>
                  <a:cubicBezTo>
                    <a:pt x="70" y="68"/>
                    <a:pt x="70" y="68"/>
                    <a:pt x="70" y="68"/>
                  </a:cubicBezTo>
                  <a:close/>
                  <a:moveTo>
                    <a:pt x="72" y="68"/>
                  </a:moveTo>
                  <a:cubicBezTo>
                    <a:pt x="72" y="67"/>
                    <a:pt x="71" y="68"/>
                    <a:pt x="71" y="67"/>
                  </a:cubicBezTo>
                  <a:cubicBezTo>
                    <a:pt x="72" y="67"/>
                    <a:pt x="72" y="67"/>
                    <a:pt x="72" y="67"/>
                  </a:cubicBezTo>
                  <a:lnTo>
                    <a:pt x="72" y="68"/>
                  </a:lnTo>
                  <a:close/>
                  <a:moveTo>
                    <a:pt x="74" y="70"/>
                  </a:moveTo>
                  <a:cubicBezTo>
                    <a:pt x="74" y="70"/>
                    <a:pt x="74" y="70"/>
                    <a:pt x="74" y="7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69"/>
                    <a:pt x="74" y="69"/>
                    <a:pt x="74" y="70"/>
                  </a:cubicBezTo>
                  <a:close/>
                  <a:moveTo>
                    <a:pt x="76" y="76"/>
                  </a:moveTo>
                  <a:cubicBezTo>
                    <a:pt x="76" y="76"/>
                    <a:pt x="76" y="77"/>
                    <a:pt x="76" y="77"/>
                  </a:cubicBezTo>
                  <a:cubicBezTo>
                    <a:pt x="75" y="76"/>
                    <a:pt x="76" y="76"/>
                    <a:pt x="7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5416" y="4133"/>
              <a:ext cx="121" cy="110"/>
            </a:xfrm>
            <a:custGeom>
              <a:avLst/>
              <a:gdLst>
                <a:gd name="T0" fmla="*/ 18 w 47"/>
                <a:gd name="T1" fmla="*/ 5 h 41"/>
                <a:gd name="T2" fmla="*/ 14 w 47"/>
                <a:gd name="T3" fmla="*/ 9 h 41"/>
                <a:gd name="T4" fmla="*/ 11 w 47"/>
                <a:gd name="T5" fmla="*/ 9 h 41"/>
                <a:gd name="T6" fmla="*/ 11 w 47"/>
                <a:gd name="T7" fmla="*/ 0 h 41"/>
                <a:gd name="T8" fmla="*/ 34 w 47"/>
                <a:gd name="T9" fmla="*/ 7 h 41"/>
                <a:gd name="T10" fmla="*/ 33 w 47"/>
                <a:gd name="T11" fmla="*/ 11 h 41"/>
                <a:gd name="T12" fmla="*/ 26 w 47"/>
                <a:gd name="T13" fmla="*/ 17 h 41"/>
                <a:gd name="T14" fmla="*/ 36 w 47"/>
                <a:gd name="T15" fmla="*/ 23 h 41"/>
                <a:gd name="T16" fmla="*/ 40 w 47"/>
                <a:gd name="T17" fmla="*/ 24 h 41"/>
                <a:gd name="T18" fmla="*/ 45 w 47"/>
                <a:gd name="T19" fmla="*/ 24 h 41"/>
                <a:gd name="T20" fmla="*/ 47 w 47"/>
                <a:gd name="T21" fmla="*/ 26 h 41"/>
                <a:gd name="T22" fmla="*/ 45 w 47"/>
                <a:gd name="T23" fmla="*/ 28 h 41"/>
                <a:gd name="T24" fmla="*/ 36 w 47"/>
                <a:gd name="T25" fmla="*/ 27 h 41"/>
                <a:gd name="T26" fmla="*/ 25 w 47"/>
                <a:gd name="T27" fmla="*/ 19 h 41"/>
                <a:gd name="T28" fmla="*/ 20 w 47"/>
                <a:gd name="T29" fmla="*/ 29 h 41"/>
                <a:gd name="T30" fmla="*/ 16 w 47"/>
                <a:gd name="T31" fmla="*/ 32 h 41"/>
                <a:gd name="T32" fmla="*/ 16 w 47"/>
                <a:gd name="T33" fmla="*/ 28 h 41"/>
                <a:gd name="T34" fmla="*/ 24 w 47"/>
                <a:gd name="T35" fmla="*/ 17 h 41"/>
                <a:gd name="T36" fmla="*/ 24 w 47"/>
                <a:gd name="T37" fmla="*/ 17 h 41"/>
                <a:gd name="T38" fmla="*/ 26 w 47"/>
                <a:gd name="T39" fmla="*/ 15 h 41"/>
                <a:gd name="T40" fmla="*/ 34 w 47"/>
                <a:gd name="T41" fmla="*/ 7 h 41"/>
                <a:gd name="T42" fmla="*/ 23 w 47"/>
                <a:gd name="T43" fmla="*/ 11 h 41"/>
                <a:gd name="T44" fmla="*/ 19 w 47"/>
                <a:gd name="T45" fmla="*/ 14 h 41"/>
                <a:gd name="T46" fmla="*/ 22 w 47"/>
                <a:gd name="T47" fmla="*/ 9 h 41"/>
                <a:gd name="T48" fmla="*/ 13 w 47"/>
                <a:gd name="T49" fmla="*/ 20 h 41"/>
                <a:gd name="T50" fmla="*/ 17 w 47"/>
                <a:gd name="T51" fmla="*/ 21 h 41"/>
                <a:gd name="T52" fmla="*/ 12 w 47"/>
                <a:gd name="T53" fmla="*/ 35 h 41"/>
                <a:gd name="T54" fmla="*/ 9 w 47"/>
                <a:gd name="T55" fmla="*/ 39 h 41"/>
                <a:gd name="T56" fmla="*/ 7 w 47"/>
                <a:gd name="T57" fmla="*/ 33 h 41"/>
                <a:gd name="T58" fmla="*/ 4 w 47"/>
                <a:gd name="T59" fmla="*/ 37 h 41"/>
                <a:gd name="T60" fmla="*/ 2 w 47"/>
                <a:gd name="T61" fmla="*/ 32 h 41"/>
                <a:gd name="T62" fmla="*/ 5 w 47"/>
                <a:gd name="T63" fmla="*/ 26 h 41"/>
                <a:gd name="T64" fmla="*/ 0 w 47"/>
                <a:gd name="T65" fmla="*/ 22 h 41"/>
                <a:gd name="T66" fmla="*/ 3 w 47"/>
                <a:gd name="T67" fmla="*/ 21 h 41"/>
                <a:gd name="T68" fmla="*/ 11 w 47"/>
                <a:gd name="T69" fmla="*/ 19 h 41"/>
                <a:gd name="T70" fmla="*/ 31 w 47"/>
                <a:gd name="T71" fmla="*/ 26 h 41"/>
                <a:gd name="T72" fmla="*/ 33 w 47"/>
                <a:gd name="T73" fmla="*/ 37 h 41"/>
                <a:gd name="T74" fmla="*/ 27 w 47"/>
                <a:gd name="T75" fmla="*/ 38 h 41"/>
                <a:gd name="T76" fmla="*/ 27 w 47"/>
                <a:gd name="T77" fmla="*/ 30 h 41"/>
                <a:gd name="T78" fmla="*/ 21 w 47"/>
                <a:gd name="T79" fmla="*/ 31 h 41"/>
                <a:gd name="T80" fmla="*/ 24 w 47"/>
                <a:gd name="T81" fmla="*/ 40 h 41"/>
                <a:gd name="T82" fmla="*/ 23 w 47"/>
                <a:gd name="T83" fmla="*/ 40 h 41"/>
                <a:gd name="T84" fmla="*/ 20 w 47"/>
                <a:gd name="T85" fmla="*/ 34 h 41"/>
                <a:gd name="T86" fmla="*/ 22 w 47"/>
                <a:gd name="T8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1">
                  <a:moveTo>
                    <a:pt x="14" y="3"/>
                  </a:moveTo>
                  <a:cubicBezTo>
                    <a:pt x="15" y="3"/>
                    <a:pt x="15" y="4"/>
                    <a:pt x="15" y="3"/>
                  </a:cubicBezTo>
                  <a:cubicBezTo>
                    <a:pt x="16" y="4"/>
                    <a:pt x="17" y="4"/>
                    <a:pt x="18" y="5"/>
                  </a:cubicBezTo>
                  <a:cubicBezTo>
                    <a:pt x="18" y="6"/>
                    <a:pt x="17" y="6"/>
                    <a:pt x="17" y="7"/>
                  </a:cubicBezTo>
                  <a:cubicBezTo>
                    <a:pt x="16" y="8"/>
                    <a:pt x="16" y="7"/>
                    <a:pt x="16" y="8"/>
                  </a:cubicBezTo>
                  <a:cubicBezTo>
                    <a:pt x="15" y="8"/>
                    <a:pt x="15" y="9"/>
                    <a:pt x="14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0"/>
                    <a:pt x="11" y="11"/>
                    <a:pt x="10" y="11"/>
                  </a:cubicBezTo>
                  <a:cubicBezTo>
                    <a:pt x="10" y="11"/>
                    <a:pt x="11" y="10"/>
                    <a:pt x="11" y="9"/>
                  </a:cubicBezTo>
                  <a:cubicBezTo>
                    <a:pt x="11" y="8"/>
                    <a:pt x="12" y="7"/>
                    <a:pt x="12" y="6"/>
                  </a:cubicBezTo>
                  <a:cubicBezTo>
                    <a:pt x="11" y="4"/>
                    <a:pt x="10" y="3"/>
                    <a:pt x="10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4" y="3"/>
                  </a:lnTo>
                  <a:close/>
                  <a:moveTo>
                    <a:pt x="34" y="7"/>
                  </a:moveTo>
                  <a:cubicBezTo>
                    <a:pt x="35" y="8"/>
                    <a:pt x="36" y="9"/>
                    <a:pt x="36" y="10"/>
                  </a:cubicBezTo>
                  <a:cubicBezTo>
                    <a:pt x="35" y="11"/>
                    <a:pt x="34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2"/>
                    <a:pt x="31" y="12"/>
                    <a:pt x="30" y="13"/>
                  </a:cubicBezTo>
                  <a:cubicBezTo>
                    <a:pt x="30" y="13"/>
                    <a:pt x="29" y="13"/>
                    <a:pt x="29" y="13"/>
                  </a:cubicBezTo>
                  <a:cubicBezTo>
                    <a:pt x="28" y="15"/>
                    <a:pt x="27" y="16"/>
                    <a:pt x="26" y="17"/>
                  </a:cubicBezTo>
                  <a:cubicBezTo>
                    <a:pt x="27" y="18"/>
                    <a:pt x="28" y="19"/>
                    <a:pt x="29" y="19"/>
                  </a:cubicBezTo>
                  <a:cubicBezTo>
                    <a:pt x="30" y="20"/>
                    <a:pt x="31" y="21"/>
                    <a:pt x="33" y="22"/>
                  </a:cubicBezTo>
                  <a:cubicBezTo>
                    <a:pt x="34" y="22"/>
                    <a:pt x="35" y="23"/>
                    <a:pt x="36" y="23"/>
                  </a:cubicBezTo>
                  <a:cubicBezTo>
                    <a:pt x="37" y="23"/>
                    <a:pt x="38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5"/>
                    <a:pt x="46" y="24"/>
                    <a:pt x="46" y="25"/>
                  </a:cubicBezTo>
                  <a:cubicBezTo>
                    <a:pt x="46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6" y="27"/>
                  </a:cubicBezTo>
                  <a:cubicBezTo>
                    <a:pt x="46" y="27"/>
                    <a:pt x="45" y="27"/>
                    <a:pt x="45" y="28"/>
                  </a:cubicBezTo>
                  <a:cubicBezTo>
                    <a:pt x="43" y="28"/>
                    <a:pt x="41" y="28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30" y="24"/>
                    <a:pt x="29" y="22"/>
                    <a:pt x="27" y="21"/>
                  </a:cubicBezTo>
                  <a:cubicBezTo>
                    <a:pt x="27" y="20"/>
                    <a:pt x="26" y="20"/>
                    <a:pt x="25" y="19"/>
                  </a:cubicBezTo>
                  <a:cubicBezTo>
                    <a:pt x="25" y="20"/>
                    <a:pt x="24" y="21"/>
                    <a:pt x="24" y="22"/>
                  </a:cubicBezTo>
                  <a:cubicBezTo>
                    <a:pt x="23" y="23"/>
                    <a:pt x="23" y="24"/>
                    <a:pt x="22" y="25"/>
                  </a:cubicBezTo>
                  <a:cubicBezTo>
                    <a:pt x="21" y="26"/>
                    <a:pt x="21" y="28"/>
                    <a:pt x="20" y="29"/>
                  </a:cubicBezTo>
                  <a:cubicBezTo>
                    <a:pt x="18" y="30"/>
                    <a:pt x="18" y="32"/>
                    <a:pt x="17" y="33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1"/>
                    <a:pt x="16" y="31"/>
                  </a:cubicBezTo>
                  <a:cubicBezTo>
                    <a:pt x="15" y="30"/>
                    <a:pt x="15" y="29"/>
                    <a:pt x="16" y="28"/>
                  </a:cubicBezTo>
                  <a:cubicBezTo>
                    <a:pt x="18" y="25"/>
                    <a:pt x="21" y="21"/>
                    <a:pt x="23" y="18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5" y="16"/>
                    <a:pt x="25" y="16"/>
                  </a:cubicBezTo>
                  <a:cubicBezTo>
                    <a:pt x="25" y="15"/>
                    <a:pt x="25" y="15"/>
                    <a:pt x="26" y="15"/>
                  </a:cubicBezTo>
                  <a:cubicBezTo>
                    <a:pt x="26" y="13"/>
                    <a:pt x="28" y="13"/>
                    <a:pt x="29" y="11"/>
                  </a:cubicBezTo>
                  <a:cubicBezTo>
                    <a:pt x="30" y="10"/>
                    <a:pt x="32" y="9"/>
                    <a:pt x="32" y="8"/>
                  </a:cubicBezTo>
                  <a:cubicBezTo>
                    <a:pt x="33" y="7"/>
                    <a:pt x="34" y="8"/>
                    <a:pt x="34" y="7"/>
                  </a:cubicBezTo>
                  <a:close/>
                  <a:moveTo>
                    <a:pt x="28" y="8"/>
                  </a:moveTo>
                  <a:cubicBezTo>
                    <a:pt x="27" y="9"/>
                    <a:pt x="26" y="9"/>
                    <a:pt x="25" y="9"/>
                  </a:cubicBezTo>
                  <a:cubicBezTo>
                    <a:pt x="24" y="10"/>
                    <a:pt x="23" y="10"/>
                    <a:pt x="23" y="11"/>
                  </a:cubicBezTo>
                  <a:cubicBezTo>
                    <a:pt x="22" y="11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3"/>
                    <a:pt x="21" y="15"/>
                    <a:pt x="19" y="14"/>
                  </a:cubicBezTo>
                  <a:cubicBezTo>
                    <a:pt x="18" y="14"/>
                    <a:pt x="18" y="13"/>
                    <a:pt x="17" y="12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9" y="10"/>
                    <a:pt x="21" y="10"/>
                    <a:pt x="22" y="9"/>
                  </a:cubicBezTo>
                  <a:cubicBezTo>
                    <a:pt x="24" y="8"/>
                    <a:pt x="25" y="8"/>
                    <a:pt x="27" y="8"/>
                  </a:cubicBezTo>
                  <a:cubicBezTo>
                    <a:pt x="27" y="8"/>
                    <a:pt x="28" y="7"/>
                    <a:pt x="28" y="8"/>
                  </a:cubicBezTo>
                  <a:close/>
                  <a:moveTo>
                    <a:pt x="13" y="20"/>
                  </a:moveTo>
                  <a:cubicBezTo>
                    <a:pt x="14" y="21"/>
                    <a:pt x="13" y="22"/>
                    <a:pt x="13" y="23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0"/>
                    <a:pt x="18" y="21"/>
                    <a:pt x="17" y="21"/>
                  </a:cubicBezTo>
                  <a:cubicBezTo>
                    <a:pt x="16" y="23"/>
                    <a:pt x="14" y="24"/>
                    <a:pt x="14" y="26"/>
                  </a:cubicBezTo>
                  <a:cubicBezTo>
                    <a:pt x="13" y="27"/>
                    <a:pt x="13" y="28"/>
                    <a:pt x="13" y="29"/>
                  </a:cubicBezTo>
                  <a:cubicBezTo>
                    <a:pt x="13" y="31"/>
                    <a:pt x="12" y="33"/>
                    <a:pt x="12" y="35"/>
                  </a:cubicBezTo>
                  <a:cubicBezTo>
                    <a:pt x="12" y="36"/>
                    <a:pt x="11" y="38"/>
                    <a:pt x="11" y="40"/>
                  </a:cubicBezTo>
                  <a:cubicBezTo>
                    <a:pt x="10" y="40"/>
                    <a:pt x="10" y="39"/>
                    <a:pt x="10" y="40"/>
                  </a:cubicBezTo>
                  <a:cubicBezTo>
                    <a:pt x="9" y="40"/>
                    <a:pt x="9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8"/>
                    <a:pt x="8" y="37"/>
                    <a:pt x="7" y="36"/>
                  </a:cubicBezTo>
                  <a:cubicBezTo>
                    <a:pt x="7" y="35"/>
                    <a:pt x="7" y="34"/>
                    <a:pt x="7" y="33"/>
                  </a:cubicBezTo>
                  <a:cubicBezTo>
                    <a:pt x="7" y="33"/>
                    <a:pt x="7" y="34"/>
                    <a:pt x="6" y="34"/>
                  </a:cubicBezTo>
                  <a:cubicBezTo>
                    <a:pt x="6" y="35"/>
                    <a:pt x="5" y="34"/>
                    <a:pt x="5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6"/>
                    <a:pt x="2" y="35"/>
                    <a:pt x="3" y="34"/>
                  </a:cubicBezTo>
                  <a:cubicBezTo>
                    <a:pt x="2" y="34"/>
                    <a:pt x="2" y="33"/>
                    <a:pt x="2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1"/>
                    <a:pt x="3" y="31"/>
                  </a:cubicBezTo>
                  <a:cubicBezTo>
                    <a:pt x="4" y="29"/>
                    <a:pt x="6" y="28"/>
                    <a:pt x="7" y="26"/>
                  </a:cubicBezTo>
                  <a:cubicBezTo>
                    <a:pt x="6" y="26"/>
                    <a:pt x="6" y="26"/>
                    <a:pt x="5" y="26"/>
                  </a:cubicBezTo>
                  <a:cubicBezTo>
                    <a:pt x="5" y="26"/>
                    <a:pt x="4" y="26"/>
                    <a:pt x="4" y="26"/>
                  </a:cubicBezTo>
                  <a:cubicBezTo>
                    <a:pt x="4" y="26"/>
                    <a:pt x="3" y="26"/>
                    <a:pt x="3" y="25"/>
                  </a:cubicBezTo>
                  <a:cubicBezTo>
                    <a:pt x="2" y="24"/>
                    <a:pt x="1" y="23"/>
                    <a:pt x="0" y="22"/>
                  </a:cubicBezTo>
                  <a:cubicBezTo>
                    <a:pt x="0" y="22"/>
                    <a:pt x="1" y="21"/>
                    <a:pt x="0" y="2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5" y="22"/>
                    <a:pt x="6" y="21"/>
                    <a:pt x="8" y="21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20"/>
                    <a:pt x="13" y="20"/>
                  </a:cubicBezTo>
                  <a:close/>
                  <a:moveTo>
                    <a:pt x="31" y="26"/>
                  </a:moveTo>
                  <a:cubicBezTo>
                    <a:pt x="32" y="27"/>
                    <a:pt x="34" y="28"/>
                    <a:pt x="34" y="29"/>
                  </a:cubicBezTo>
                  <a:cubicBezTo>
                    <a:pt x="34" y="32"/>
                    <a:pt x="32" y="33"/>
                    <a:pt x="31" y="34"/>
                  </a:cubicBezTo>
                  <a:cubicBezTo>
                    <a:pt x="32" y="35"/>
                    <a:pt x="33" y="35"/>
                    <a:pt x="33" y="37"/>
                  </a:cubicBezTo>
                  <a:cubicBezTo>
                    <a:pt x="33" y="37"/>
                    <a:pt x="32" y="37"/>
                    <a:pt x="33" y="38"/>
                  </a:cubicBezTo>
                  <a:cubicBezTo>
                    <a:pt x="32" y="38"/>
                    <a:pt x="31" y="40"/>
                    <a:pt x="30" y="40"/>
                  </a:cubicBezTo>
                  <a:cubicBezTo>
                    <a:pt x="29" y="39"/>
                    <a:pt x="28" y="39"/>
                    <a:pt x="27" y="38"/>
                  </a:cubicBezTo>
                  <a:cubicBezTo>
                    <a:pt x="26" y="38"/>
                    <a:pt x="26" y="37"/>
                    <a:pt x="25" y="36"/>
                  </a:cubicBezTo>
                  <a:cubicBezTo>
                    <a:pt x="25" y="35"/>
                    <a:pt x="24" y="34"/>
                    <a:pt x="25" y="33"/>
                  </a:cubicBezTo>
                  <a:cubicBezTo>
                    <a:pt x="26" y="31"/>
                    <a:pt x="27" y="31"/>
                    <a:pt x="27" y="30"/>
                  </a:cubicBezTo>
                  <a:cubicBezTo>
                    <a:pt x="27" y="30"/>
                    <a:pt x="26" y="30"/>
                    <a:pt x="26" y="30"/>
                  </a:cubicBezTo>
                  <a:cubicBezTo>
                    <a:pt x="25" y="30"/>
                    <a:pt x="24" y="31"/>
                    <a:pt x="23" y="30"/>
                  </a:cubicBezTo>
                  <a:cubicBezTo>
                    <a:pt x="22" y="30"/>
                    <a:pt x="22" y="31"/>
                    <a:pt x="21" y="31"/>
                  </a:cubicBezTo>
                  <a:cubicBezTo>
                    <a:pt x="22" y="33"/>
                    <a:pt x="22" y="36"/>
                    <a:pt x="24" y="38"/>
                  </a:cubicBezTo>
                  <a:cubicBezTo>
                    <a:pt x="24" y="38"/>
                    <a:pt x="24" y="39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40"/>
                    <a:pt x="24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1" y="38"/>
                    <a:pt x="20" y="37"/>
                    <a:pt x="20" y="34"/>
                  </a:cubicBezTo>
                  <a:cubicBezTo>
                    <a:pt x="19" y="32"/>
                    <a:pt x="20" y="31"/>
                    <a:pt x="20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29"/>
                    <a:pt x="22" y="29"/>
                  </a:cubicBezTo>
                  <a:cubicBezTo>
                    <a:pt x="24" y="27"/>
                    <a:pt x="27" y="27"/>
                    <a:pt x="29" y="26"/>
                  </a:cubicBezTo>
                  <a:cubicBezTo>
                    <a:pt x="30" y="27"/>
                    <a:pt x="30" y="26"/>
                    <a:pt x="3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5110" y="4136"/>
              <a:ext cx="158" cy="147"/>
            </a:xfrm>
            <a:custGeom>
              <a:avLst/>
              <a:gdLst>
                <a:gd name="T0" fmla="*/ 22 w 61"/>
                <a:gd name="T1" fmla="*/ 5 h 55"/>
                <a:gd name="T2" fmla="*/ 23 w 61"/>
                <a:gd name="T3" fmla="*/ 5 h 55"/>
                <a:gd name="T4" fmla="*/ 27 w 61"/>
                <a:gd name="T5" fmla="*/ 8 h 55"/>
                <a:gd name="T6" fmla="*/ 35 w 61"/>
                <a:gd name="T7" fmla="*/ 5 h 55"/>
                <a:gd name="T8" fmla="*/ 41 w 61"/>
                <a:gd name="T9" fmla="*/ 3 h 55"/>
                <a:gd name="T10" fmla="*/ 50 w 61"/>
                <a:gd name="T11" fmla="*/ 6 h 55"/>
                <a:gd name="T12" fmla="*/ 52 w 61"/>
                <a:gd name="T13" fmla="*/ 11 h 55"/>
                <a:gd name="T14" fmla="*/ 51 w 61"/>
                <a:gd name="T15" fmla="*/ 13 h 55"/>
                <a:gd name="T16" fmla="*/ 48 w 61"/>
                <a:gd name="T17" fmla="*/ 17 h 55"/>
                <a:gd name="T18" fmla="*/ 43 w 61"/>
                <a:gd name="T19" fmla="*/ 21 h 55"/>
                <a:gd name="T20" fmla="*/ 41 w 61"/>
                <a:gd name="T21" fmla="*/ 21 h 55"/>
                <a:gd name="T22" fmla="*/ 45 w 61"/>
                <a:gd name="T23" fmla="*/ 5 h 55"/>
                <a:gd name="T24" fmla="*/ 38 w 61"/>
                <a:gd name="T25" fmla="*/ 6 h 55"/>
                <a:gd name="T26" fmla="*/ 32 w 61"/>
                <a:gd name="T27" fmla="*/ 8 h 55"/>
                <a:gd name="T28" fmla="*/ 22 w 61"/>
                <a:gd name="T29" fmla="*/ 14 h 55"/>
                <a:gd name="T30" fmla="*/ 21 w 61"/>
                <a:gd name="T31" fmla="*/ 19 h 55"/>
                <a:gd name="T32" fmla="*/ 21 w 61"/>
                <a:gd name="T33" fmla="*/ 32 h 55"/>
                <a:gd name="T34" fmla="*/ 20 w 61"/>
                <a:gd name="T35" fmla="*/ 46 h 55"/>
                <a:gd name="T36" fmla="*/ 17 w 61"/>
                <a:gd name="T37" fmla="*/ 54 h 55"/>
                <a:gd name="T38" fmla="*/ 13 w 61"/>
                <a:gd name="T39" fmla="*/ 50 h 55"/>
                <a:gd name="T40" fmla="*/ 4 w 61"/>
                <a:gd name="T41" fmla="*/ 35 h 55"/>
                <a:gd name="T42" fmla="*/ 5 w 61"/>
                <a:gd name="T43" fmla="*/ 32 h 55"/>
                <a:gd name="T44" fmla="*/ 6 w 61"/>
                <a:gd name="T45" fmla="*/ 26 h 55"/>
                <a:gd name="T46" fmla="*/ 13 w 61"/>
                <a:gd name="T47" fmla="*/ 18 h 55"/>
                <a:gd name="T48" fmla="*/ 3 w 61"/>
                <a:gd name="T49" fmla="*/ 18 h 55"/>
                <a:gd name="T50" fmla="*/ 0 w 61"/>
                <a:gd name="T51" fmla="*/ 14 h 55"/>
                <a:gd name="T52" fmla="*/ 0 w 61"/>
                <a:gd name="T53" fmla="*/ 13 h 55"/>
                <a:gd name="T54" fmla="*/ 6 w 61"/>
                <a:gd name="T55" fmla="*/ 13 h 55"/>
                <a:gd name="T56" fmla="*/ 15 w 61"/>
                <a:gd name="T57" fmla="*/ 11 h 55"/>
                <a:gd name="T58" fmla="*/ 20 w 61"/>
                <a:gd name="T59" fmla="*/ 3 h 55"/>
                <a:gd name="T60" fmla="*/ 22 w 61"/>
                <a:gd name="T61" fmla="*/ 1 h 55"/>
                <a:gd name="T62" fmla="*/ 36 w 61"/>
                <a:gd name="T63" fmla="*/ 21 h 55"/>
                <a:gd name="T64" fmla="*/ 36 w 61"/>
                <a:gd name="T65" fmla="*/ 30 h 55"/>
                <a:gd name="T66" fmla="*/ 47 w 61"/>
                <a:gd name="T67" fmla="*/ 23 h 55"/>
                <a:gd name="T68" fmla="*/ 52 w 61"/>
                <a:gd name="T69" fmla="*/ 24 h 55"/>
                <a:gd name="T70" fmla="*/ 55 w 61"/>
                <a:gd name="T71" fmla="*/ 30 h 55"/>
                <a:gd name="T72" fmla="*/ 52 w 61"/>
                <a:gd name="T73" fmla="*/ 40 h 55"/>
                <a:gd name="T74" fmla="*/ 58 w 61"/>
                <a:gd name="T75" fmla="*/ 46 h 55"/>
                <a:gd name="T76" fmla="*/ 60 w 61"/>
                <a:gd name="T77" fmla="*/ 52 h 55"/>
                <a:gd name="T78" fmla="*/ 52 w 61"/>
                <a:gd name="T79" fmla="*/ 48 h 55"/>
                <a:gd name="T80" fmla="*/ 45 w 61"/>
                <a:gd name="T81" fmla="*/ 48 h 55"/>
                <a:gd name="T82" fmla="*/ 41 w 61"/>
                <a:gd name="T83" fmla="*/ 49 h 55"/>
                <a:gd name="T84" fmla="*/ 33 w 61"/>
                <a:gd name="T85" fmla="*/ 48 h 55"/>
                <a:gd name="T86" fmla="*/ 29 w 61"/>
                <a:gd name="T87" fmla="*/ 44 h 55"/>
                <a:gd name="T88" fmla="*/ 29 w 61"/>
                <a:gd name="T89" fmla="*/ 38 h 55"/>
                <a:gd name="T90" fmla="*/ 30 w 61"/>
                <a:gd name="T91" fmla="*/ 34 h 55"/>
                <a:gd name="T92" fmla="*/ 32 w 61"/>
                <a:gd name="T93" fmla="*/ 26 h 55"/>
                <a:gd name="T94" fmla="*/ 34 w 61"/>
                <a:gd name="T95" fmla="*/ 21 h 55"/>
                <a:gd name="T96" fmla="*/ 35 w 61"/>
                <a:gd name="T97" fmla="*/ 17 h 55"/>
                <a:gd name="T98" fmla="*/ 16 w 61"/>
                <a:gd name="T99" fmla="*/ 27 h 55"/>
                <a:gd name="T100" fmla="*/ 16 w 61"/>
                <a:gd name="T101" fmla="*/ 30 h 55"/>
                <a:gd name="T102" fmla="*/ 15 w 61"/>
                <a:gd name="T103" fmla="*/ 42 h 55"/>
                <a:gd name="T104" fmla="*/ 11 w 61"/>
                <a:gd name="T105" fmla="*/ 42 h 55"/>
                <a:gd name="T106" fmla="*/ 9 w 61"/>
                <a:gd name="T107" fmla="*/ 34 h 55"/>
                <a:gd name="T108" fmla="*/ 14 w 61"/>
                <a:gd name="T109" fmla="*/ 24 h 55"/>
                <a:gd name="T110" fmla="*/ 46 w 61"/>
                <a:gd name="T111" fmla="*/ 27 h 55"/>
                <a:gd name="T112" fmla="*/ 48 w 61"/>
                <a:gd name="T113" fmla="*/ 32 h 55"/>
                <a:gd name="T114" fmla="*/ 46 w 61"/>
                <a:gd name="T115" fmla="*/ 37 h 55"/>
                <a:gd name="T116" fmla="*/ 44 w 61"/>
                <a:gd name="T117" fmla="*/ 27 h 55"/>
                <a:gd name="T118" fmla="*/ 40 w 61"/>
                <a:gd name="T119" fmla="*/ 38 h 55"/>
                <a:gd name="T120" fmla="*/ 40 w 61"/>
                <a:gd name="T121" fmla="*/ 43 h 55"/>
                <a:gd name="T122" fmla="*/ 35 w 61"/>
                <a:gd name="T123" fmla="*/ 41 h 55"/>
                <a:gd name="T124" fmla="*/ 39 w 61"/>
                <a:gd name="T125" fmla="*/ 3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22" y="1"/>
                  </a:moveTo>
                  <a:cubicBezTo>
                    <a:pt x="24" y="2"/>
                    <a:pt x="21" y="3"/>
                    <a:pt x="22" y="4"/>
                  </a:cubicBezTo>
                  <a:cubicBezTo>
                    <a:pt x="22" y="4"/>
                    <a:pt x="21" y="5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4" y="5"/>
                    <a:pt x="24" y="6"/>
                    <a:pt x="24" y="6"/>
                  </a:cubicBezTo>
                  <a:cubicBezTo>
                    <a:pt x="25" y="6"/>
                    <a:pt x="25" y="7"/>
                    <a:pt x="25" y="7"/>
                  </a:cubicBezTo>
                  <a:cubicBezTo>
                    <a:pt x="26" y="7"/>
                    <a:pt x="26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9" y="7"/>
                    <a:pt x="32" y="6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5" y="3"/>
                    <a:pt x="47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2" y="6"/>
                    <a:pt x="52" y="8"/>
                    <a:pt x="53" y="9"/>
                  </a:cubicBezTo>
                  <a:cubicBezTo>
                    <a:pt x="52" y="9"/>
                    <a:pt x="52" y="10"/>
                    <a:pt x="52" y="10"/>
                  </a:cubicBezTo>
                  <a:cubicBezTo>
                    <a:pt x="52" y="10"/>
                    <a:pt x="52" y="10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1"/>
                    <a:pt x="51" y="11"/>
                    <a:pt x="52" y="12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6"/>
                    <a:pt x="49" y="16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6" y="18"/>
                    <a:pt x="45" y="20"/>
                    <a:pt x="43" y="21"/>
                  </a:cubicBezTo>
                  <a:cubicBezTo>
                    <a:pt x="43" y="21"/>
                    <a:pt x="43" y="20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1" y="21"/>
                    <a:pt x="41" y="21"/>
                  </a:cubicBezTo>
                  <a:cubicBezTo>
                    <a:pt x="40" y="21"/>
                    <a:pt x="40" y="22"/>
                    <a:pt x="39" y="22"/>
                  </a:cubicBezTo>
                  <a:cubicBezTo>
                    <a:pt x="42" y="17"/>
                    <a:pt x="47" y="15"/>
                    <a:pt x="48" y="10"/>
                  </a:cubicBezTo>
                  <a:cubicBezTo>
                    <a:pt x="48" y="8"/>
                    <a:pt x="47" y="6"/>
                    <a:pt x="45" y="5"/>
                  </a:cubicBezTo>
                  <a:cubicBezTo>
                    <a:pt x="44" y="6"/>
                    <a:pt x="43" y="5"/>
                    <a:pt x="42" y="6"/>
                  </a:cubicBezTo>
                  <a:cubicBezTo>
                    <a:pt x="42" y="6"/>
                    <a:pt x="41" y="5"/>
                    <a:pt x="40" y="5"/>
                  </a:cubicBezTo>
                  <a:cubicBezTo>
                    <a:pt x="39" y="6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4" y="6"/>
                    <a:pt x="33" y="8"/>
                    <a:pt x="32" y="8"/>
                  </a:cubicBezTo>
                  <a:cubicBezTo>
                    <a:pt x="31" y="8"/>
                    <a:pt x="30" y="9"/>
                    <a:pt x="29" y="9"/>
                  </a:cubicBezTo>
                  <a:cubicBezTo>
                    <a:pt x="28" y="10"/>
                    <a:pt x="26" y="11"/>
                    <a:pt x="25" y="11"/>
                  </a:cubicBezTo>
                  <a:cubicBezTo>
                    <a:pt x="24" y="13"/>
                    <a:pt x="23" y="13"/>
                    <a:pt x="22" y="14"/>
                  </a:cubicBezTo>
                  <a:cubicBezTo>
                    <a:pt x="21" y="14"/>
                    <a:pt x="22" y="15"/>
                    <a:pt x="21" y="16"/>
                  </a:cubicBezTo>
                  <a:cubicBezTo>
                    <a:pt x="22" y="17"/>
                    <a:pt x="21" y="17"/>
                    <a:pt x="21" y="18"/>
                  </a:cubicBezTo>
                  <a:cubicBezTo>
                    <a:pt x="21" y="18"/>
                    <a:pt x="22" y="19"/>
                    <a:pt x="21" y="19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4"/>
                    <a:pt x="21" y="27"/>
                    <a:pt x="21" y="29"/>
                  </a:cubicBezTo>
                  <a:cubicBezTo>
                    <a:pt x="21" y="30"/>
                    <a:pt x="21" y="31"/>
                    <a:pt x="21" y="32"/>
                  </a:cubicBezTo>
                  <a:cubicBezTo>
                    <a:pt x="21" y="34"/>
                    <a:pt x="21" y="36"/>
                    <a:pt x="21" y="38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5"/>
                    <a:pt x="20" y="46"/>
                  </a:cubicBezTo>
                  <a:cubicBezTo>
                    <a:pt x="20" y="47"/>
                    <a:pt x="19" y="48"/>
                    <a:pt x="20" y="49"/>
                  </a:cubicBezTo>
                  <a:cubicBezTo>
                    <a:pt x="18" y="50"/>
                    <a:pt x="19" y="51"/>
                    <a:pt x="19" y="52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7" y="54"/>
                    <a:pt x="16" y="55"/>
                    <a:pt x="16" y="54"/>
                  </a:cubicBezTo>
                  <a:cubicBezTo>
                    <a:pt x="16" y="53"/>
                    <a:pt x="16" y="53"/>
                    <a:pt x="15" y="52"/>
                  </a:cubicBezTo>
                  <a:cubicBezTo>
                    <a:pt x="14" y="52"/>
                    <a:pt x="13" y="51"/>
                    <a:pt x="13" y="50"/>
                  </a:cubicBezTo>
                  <a:cubicBezTo>
                    <a:pt x="10" y="47"/>
                    <a:pt x="7" y="45"/>
                    <a:pt x="6" y="41"/>
                  </a:cubicBezTo>
                  <a:cubicBezTo>
                    <a:pt x="5" y="40"/>
                    <a:pt x="5" y="39"/>
                    <a:pt x="4" y="38"/>
                  </a:cubicBezTo>
                  <a:cubicBezTo>
                    <a:pt x="5" y="37"/>
                    <a:pt x="4" y="37"/>
                    <a:pt x="4" y="35"/>
                  </a:cubicBezTo>
                  <a:cubicBezTo>
                    <a:pt x="4" y="35"/>
                    <a:pt x="5" y="35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5" y="33"/>
                    <a:pt x="5" y="32"/>
                  </a:cubicBezTo>
                  <a:cubicBezTo>
                    <a:pt x="5" y="32"/>
                    <a:pt x="5" y="32"/>
                    <a:pt x="5" y="31"/>
                  </a:cubicBezTo>
                  <a:cubicBezTo>
                    <a:pt x="4" y="31"/>
                    <a:pt x="5" y="31"/>
                    <a:pt x="4" y="30"/>
                  </a:cubicBezTo>
                  <a:cubicBezTo>
                    <a:pt x="5" y="29"/>
                    <a:pt x="6" y="27"/>
                    <a:pt x="6" y="26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10" y="22"/>
                    <a:pt x="11" y="20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0"/>
                  </a:cubicBezTo>
                  <a:cubicBezTo>
                    <a:pt x="5" y="19"/>
                    <a:pt x="4" y="20"/>
                    <a:pt x="3" y="18"/>
                  </a:cubicBezTo>
                  <a:cubicBezTo>
                    <a:pt x="2" y="18"/>
                    <a:pt x="2" y="17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0" y="14"/>
                    <a:pt x="0" y="13"/>
                  </a:cubicBezTo>
                  <a:cubicBezTo>
                    <a:pt x="1" y="12"/>
                    <a:pt x="2" y="14"/>
                    <a:pt x="2" y="14"/>
                  </a:cubicBezTo>
                  <a:cubicBezTo>
                    <a:pt x="3" y="13"/>
                    <a:pt x="4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0" y="12"/>
                    <a:pt x="11" y="11"/>
                    <a:pt x="12" y="12"/>
                  </a:cubicBezTo>
                  <a:cubicBezTo>
                    <a:pt x="13" y="11"/>
                    <a:pt x="14" y="11"/>
                    <a:pt x="15" y="11"/>
                  </a:cubicBezTo>
                  <a:cubicBezTo>
                    <a:pt x="16" y="11"/>
                    <a:pt x="16" y="9"/>
                    <a:pt x="17" y="10"/>
                  </a:cubicBezTo>
                  <a:cubicBezTo>
                    <a:pt x="19" y="9"/>
                    <a:pt x="18" y="7"/>
                    <a:pt x="19" y="6"/>
                  </a:cubicBezTo>
                  <a:cubicBezTo>
                    <a:pt x="19" y="5"/>
                    <a:pt x="19" y="4"/>
                    <a:pt x="20" y="3"/>
                  </a:cubicBezTo>
                  <a:cubicBezTo>
                    <a:pt x="19" y="3"/>
                    <a:pt x="20" y="3"/>
                    <a:pt x="19" y="2"/>
                  </a:cubicBezTo>
                  <a:cubicBezTo>
                    <a:pt x="21" y="2"/>
                    <a:pt x="19" y="0"/>
                    <a:pt x="21" y="0"/>
                  </a:cubicBezTo>
                  <a:cubicBezTo>
                    <a:pt x="21" y="0"/>
                    <a:pt x="21" y="1"/>
                    <a:pt x="22" y="1"/>
                  </a:cubicBezTo>
                  <a:close/>
                  <a:moveTo>
                    <a:pt x="36" y="19"/>
                  </a:moveTo>
                  <a:cubicBezTo>
                    <a:pt x="37" y="19"/>
                    <a:pt x="37" y="20"/>
                    <a:pt x="37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1"/>
                    <a:pt x="36" y="22"/>
                    <a:pt x="36" y="23"/>
                  </a:cubicBezTo>
                  <a:cubicBezTo>
                    <a:pt x="37" y="26"/>
                    <a:pt x="35" y="28"/>
                    <a:pt x="36" y="30"/>
                  </a:cubicBezTo>
                  <a:cubicBezTo>
                    <a:pt x="37" y="28"/>
                    <a:pt x="39" y="26"/>
                    <a:pt x="41" y="25"/>
                  </a:cubicBezTo>
                  <a:cubicBezTo>
                    <a:pt x="43" y="24"/>
                    <a:pt x="44" y="23"/>
                    <a:pt x="46" y="23"/>
                  </a:cubicBezTo>
                  <a:cubicBezTo>
                    <a:pt x="46" y="23"/>
                    <a:pt x="47" y="23"/>
                    <a:pt x="47" y="2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3"/>
                    <a:pt x="49" y="22"/>
                    <a:pt x="50" y="23"/>
                  </a:cubicBezTo>
                  <a:cubicBezTo>
                    <a:pt x="51" y="22"/>
                    <a:pt x="51" y="24"/>
                    <a:pt x="52" y="24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6"/>
                    <a:pt x="54" y="27"/>
                    <a:pt x="54" y="28"/>
                  </a:cubicBezTo>
                  <a:cubicBezTo>
                    <a:pt x="55" y="29"/>
                    <a:pt x="55" y="29"/>
                    <a:pt x="55" y="30"/>
                  </a:cubicBezTo>
                  <a:cubicBezTo>
                    <a:pt x="55" y="31"/>
                    <a:pt x="55" y="32"/>
                    <a:pt x="55" y="32"/>
                  </a:cubicBezTo>
                  <a:cubicBezTo>
                    <a:pt x="56" y="33"/>
                    <a:pt x="55" y="33"/>
                    <a:pt x="55" y="33"/>
                  </a:cubicBezTo>
                  <a:cubicBezTo>
                    <a:pt x="54" y="36"/>
                    <a:pt x="53" y="38"/>
                    <a:pt x="52" y="40"/>
                  </a:cubicBezTo>
                  <a:cubicBezTo>
                    <a:pt x="52" y="41"/>
                    <a:pt x="53" y="42"/>
                    <a:pt x="53" y="42"/>
                  </a:cubicBezTo>
                  <a:cubicBezTo>
                    <a:pt x="55" y="43"/>
                    <a:pt x="55" y="44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9" y="47"/>
                    <a:pt x="60" y="48"/>
                    <a:pt x="60" y="49"/>
                  </a:cubicBezTo>
                  <a:cubicBezTo>
                    <a:pt x="60" y="50"/>
                    <a:pt x="61" y="50"/>
                    <a:pt x="60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2"/>
                    <a:pt x="57" y="52"/>
                    <a:pt x="56" y="52"/>
                  </a:cubicBezTo>
                  <a:cubicBezTo>
                    <a:pt x="55" y="51"/>
                    <a:pt x="55" y="50"/>
                    <a:pt x="54" y="50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8"/>
                    <a:pt x="50" y="47"/>
                    <a:pt x="49" y="46"/>
                  </a:cubicBezTo>
                  <a:cubicBezTo>
                    <a:pt x="48" y="46"/>
                    <a:pt x="48" y="47"/>
                    <a:pt x="47" y="47"/>
                  </a:cubicBezTo>
                  <a:cubicBezTo>
                    <a:pt x="47" y="48"/>
                    <a:pt x="45" y="48"/>
                    <a:pt x="45" y="48"/>
                  </a:cubicBezTo>
                  <a:cubicBezTo>
                    <a:pt x="43" y="49"/>
                    <a:pt x="42" y="50"/>
                    <a:pt x="41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50"/>
                    <a:pt x="41" y="50"/>
                    <a:pt x="41" y="49"/>
                  </a:cubicBezTo>
                  <a:cubicBezTo>
                    <a:pt x="40" y="49"/>
                    <a:pt x="40" y="49"/>
                    <a:pt x="39" y="49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5" y="49"/>
                    <a:pt x="34" y="48"/>
                    <a:pt x="33" y="48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2" y="48"/>
                    <a:pt x="31" y="47"/>
                    <a:pt x="30" y="46"/>
                  </a:cubicBezTo>
                  <a:cubicBezTo>
                    <a:pt x="29" y="46"/>
                    <a:pt x="30" y="45"/>
                    <a:pt x="29" y="44"/>
                  </a:cubicBezTo>
                  <a:cubicBezTo>
                    <a:pt x="29" y="43"/>
                    <a:pt x="29" y="42"/>
                    <a:pt x="28" y="42"/>
                  </a:cubicBezTo>
                  <a:cubicBezTo>
                    <a:pt x="29" y="41"/>
                    <a:pt x="29" y="39"/>
                    <a:pt x="30" y="38"/>
                  </a:cubicBezTo>
                  <a:cubicBezTo>
                    <a:pt x="30" y="38"/>
                    <a:pt x="30" y="38"/>
                    <a:pt x="29" y="38"/>
                  </a:cubicBezTo>
                  <a:cubicBezTo>
                    <a:pt x="29" y="37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4"/>
                    <a:pt x="30" y="34"/>
                  </a:cubicBezTo>
                  <a:cubicBezTo>
                    <a:pt x="30" y="33"/>
                    <a:pt x="30" y="32"/>
                    <a:pt x="31" y="30"/>
                  </a:cubicBezTo>
                  <a:cubicBezTo>
                    <a:pt x="32" y="30"/>
                    <a:pt x="31" y="29"/>
                    <a:pt x="31" y="29"/>
                  </a:cubicBezTo>
                  <a:cubicBezTo>
                    <a:pt x="31" y="27"/>
                    <a:pt x="33" y="27"/>
                    <a:pt x="32" y="26"/>
                  </a:cubicBezTo>
                  <a:cubicBezTo>
                    <a:pt x="32" y="26"/>
                    <a:pt x="33" y="25"/>
                    <a:pt x="32" y="25"/>
                  </a:cubicBezTo>
                  <a:cubicBezTo>
                    <a:pt x="33" y="24"/>
                    <a:pt x="33" y="23"/>
                    <a:pt x="33" y="21"/>
                  </a:cubicBezTo>
                  <a:cubicBezTo>
                    <a:pt x="33" y="22"/>
                    <a:pt x="34" y="22"/>
                    <a:pt x="34" y="21"/>
                  </a:cubicBezTo>
                  <a:cubicBezTo>
                    <a:pt x="34" y="20"/>
                    <a:pt x="33" y="20"/>
                    <a:pt x="33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7"/>
                    <a:pt x="35" y="17"/>
                  </a:cubicBezTo>
                  <a:lnTo>
                    <a:pt x="36" y="19"/>
                  </a:lnTo>
                  <a:close/>
                  <a:moveTo>
                    <a:pt x="16" y="23"/>
                  </a:moveTo>
                  <a:cubicBezTo>
                    <a:pt x="17" y="25"/>
                    <a:pt x="16" y="26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5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3"/>
                    <a:pt x="16" y="34"/>
                    <a:pt x="15" y="37"/>
                  </a:cubicBezTo>
                  <a:cubicBezTo>
                    <a:pt x="16" y="37"/>
                    <a:pt x="16" y="38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3"/>
                    <a:pt x="12" y="43"/>
                    <a:pt x="11" y="42"/>
                  </a:cubicBezTo>
                  <a:cubicBezTo>
                    <a:pt x="11" y="41"/>
                    <a:pt x="10" y="41"/>
                    <a:pt x="10" y="40"/>
                  </a:cubicBezTo>
                  <a:cubicBezTo>
                    <a:pt x="9" y="38"/>
                    <a:pt x="9" y="37"/>
                    <a:pt x="9" y="35"/>
                  </a:cubicBezTo>
                  <a:cubicBezTo>
                    <a:pt x="9" y="35"/>
                    <a:pt x="10" y="34"/>
                    <a:pt x="9" y="34"/>
                  </a:cubicBezTo>
                  <a:cubicBezTo>
                    <a:pt x="10" y="33"/>
                    <a:pt x="9" y="33"/>
                    <a:pt x="9" y="33"/>
                  </a:cubicBezTo>
                  <a:cubicBezTo>
                    <a:pt x="10" y="31"/>
                    <a:pt x="10" y="28"/>
                    <a:pt x="12" y="27"/>
                  </a:cubicBezTo>
                  <a:cubicBezTo>
                    <a:pt x="12" y="26"/>
                    <a:pt x="13" y="25"/>
                    <a:pt x="14" y="24"/>
                  </a:cubicBezTo>
                  <a:cubicBezTo>
                    <a:pt x="14" y="23"/>
                    <a:pt x="15" y="22"/>
                    <a:pt x="16" y="20"/>
                  </a:cubicBezTo>
                  <a:cubicBezTo>
                    <a:pt x="16" y="22"/>
                    <a:pt x="17" y="23"/>
                    <a:pt x="16" y="23"/>
                  </a:cubicBezTo>
                  <a:close/>
                  <a:moveTo>
                    <a:pt x="46" y="27"/>
                  </a:moveTo>
                  <a:cubicBezTo>
                    <a:pt x="46" y="26"/>
                    <a:pt x="46" y="27"/>
                    <a:pt x="47" y="27"/>
                  </a:cubicBezTo>
                  <a:cubicBezTo>
                    <a:pt x="47" y="27"/>
                    <a:pt x="48" y="27"/>
                    <a:pt x="48" y="28"/>
                  </a:cubicBezTo>
                  <a:cubicBezTo>
                    <a:pt x="48" y="29"/>
                    <a:pt x="48" y="31"/>
                    <a:pt x="48" y="32"/>
                  </a:cubicBezTo>
                  <a:cubicBezTo>
                    <a:pt x="49" y="33"/>
                    <a:pt x="48" y="33"/>
                    <a:pt x="48" y="34"/>
                  </a:cubicBezTo>
                  <a:cubicBezTo>
                    <a:pt x="48" y="35"/>
                    <a:pt x="47" y="35"/>
                    <a:pt x="47" y="36"/>
                  </a:cubicBezTo>
                  <a:cubicBezTo>
                    <a:pt x="47" y="37"/>
                    <a:pt x="46" y="37"/>
                    <a:pt x="46" y="37"/>
                  </a:cubicBezTo>
                  <a:cubicBezTo>
                    <a:pt x="44" y="36"/>
                    <a:pt x="41" y="36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41" y="30"/>
                    <a:pt x="42" y="28"/>
                    <a:pt x="44" y="27"/>
                  </a:cubicBezTo>
                  <a:cubicBezTo>
                    <a:pt x="45" y="27"/>
                    <a:pt x="45" y="26"/>
                    <a:pt x="46" y="27"/>
                  </a:cubicBezTo>
                  <a:close/>
                  <a:moveTo>
                    <a:pt x="39" y="37"/>
                  </a:moveTo>
                  <a:cubicBezTo>
                    <a:pt x="39" y="38"/>
                    <a:pt x="39" y="38"/>
                    <a:pt x="40" y="38"/>
                  </a:cubicBezTo>
                  <a:cubicBezTo>
                    <a:pt x="41" y="39"/>
                    <a:pt x="41" y="39"/>
                    <a:pt x="42" y="39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4"/>
                    <a:pt x="40" y="43"/>
                  </a:cubicBezTo>
                  <a:cubicBezTo>
                    <a:pt x="40" y="44"/>
                    <a:pt x="39" y="43"/>
                    <a:pt x="38" y="43"/>
                  </a:cubicBezTo>
                  <a:cubicBezTo>
                    <a:pt x="37" y="44"/>
                    <a:pt x="36" y="43"/>
                    <a:pt x="35" y="44"/>
                  </a:cubicBezTo>
                  <a:cubicBezTo>
                    <a:pt x="35" y="43"/>
                    <a:pt x="35" y="42"/>
                    <a:pt x="35" y="41"/>
                  </a:cubicBezTo>
                  <a:cubicBezTo>
                    <a:pt x="35" y="40"/>
                    <a:pt x="37" y="39"/>
                    <a:pt x="37" y="37"/>
                  </a:cubicBezTo>
                  <a:cubicBezTo>
                    <a:pt x="37" y="37"/>
                    <a:pt x="37" y="35"/>
                    <a:pt x="38" y="36"/>
                  </a:cubicBezTo>
                  <a:lnTo>
                    <a:pt x="39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8" name="矩形 9"/>
          <p:cNvSpPr/>
          <p:nvPr userDrawn="1"/>
        </p:nvSpPr>
        <p:spPr>
          <a:xfrm>
            <a:off x="-10161" y="0"/>
            <a:ext cx="12202161" cy="1589102"/>
          </a:xfrm>
          <a:custGeom>
            <a:avLst/>
            <a:gdLst>
              <a:gd name="connsiteX0" fmla="*/ 0 w 12192001"/>
              <a:gd name="connsiteY0" fmla="*/ 0 h 1599658"/>
              <a:gd name="connsiteX1" fmla="*/ 12192001 w 12192001"/>
              <a:gd name="connsiteY1" fmla="*/ 0 h 1599658"/>
              <a:gd name="connsiteX2" fmla="*/ 12192001 w 12192001"/>
              <a:gd name="connsiteY2" fmla="*/ 1599658 h 1599658"/>
              <a:gd name="connsiteX3" fmla="*/ 0 w 12192001"/>
              <a:gd name="connsiteY3" fmla="*/ 1599658 h 1599658"/>
              <a:gd name="connsiteX4" fmla="*/ 0 w 12192001"/>
              <a:gd name="connsiteY4" fmla="*/ 0 h 1599658"/>
              <a:gd name="connsiteX0-1" fmla="*/ 0 w 12192001"/>
              <a:gd name="connsiteY0-2" fmla="*/ 0 h 1599658"/>
              <a:gd name="connsiteX1-3" fmla="*/ 12192001 w 12192001"/>
              <a:gd name="connsiteY1-4" fmla="*/ 0 h 1599658"/>
              <a:gd name="connsiteX2-5" fmla="*/ 12192001 w 12192001"/>
              <a:gd name="connsiteY2-6" fmla="*/ 1599658 h 1599658"/>
              <a:gd name="connsiteX3-7" fmla="*/ 0 w 12192001"/>
              <a:gd name="connsiteY3-8" fmla="*/ 818423 h 1599658"/>
              <a:gd name="connsiteX4-9" fmla="*/ 0 w 12192001"/>
              <a:gd name="connsiteY4-10" fmla="*/ 0 h 1599658"/>
              <a:gd name="connsiteX0-11" fmla="*/ 0 w 12192001"/>
              <a:gd name="connsiteY0-12" fmla="*/ 0 h 1599658"/>
              <a:gd name="connsiteX1-13" fmla="*/ 12192001 w 12192001"/>
              <a:gd name="connsiteY1-14" fmla="*/ 0 h 1599658"/>
              <a:gd name="connsiteX2-15" fmla="*/ 12192001 w 12192001"/>
              <a:gd name="connsiteY2-16" fmla="*/ 1599658 h 1599658"/>
              <a:gd name="connsiteX3-17" fmla="*/ 20320 w 12192001"/>
              <a:gd name="connsiteY3-18" fmla="*/ 452663 h 1599658"/>
              <a:gd name="connsiteX4-19" fmla="*/ 0 w 12192001"/>
              <a:gd name="connsiteY4-20" fmla="*/ 0 h 1599658"/>
              <a:gd name="connsiteX0-21" fmla="*/ 10160 w 12202161"/>
              <a:gd name="connsiteY0-22" fmla="*/ 0 h 1599658"/>
              <a:gd name="connsiteX1-23" fmla="*/ 12202161 w 12202161"/>
              <a:gd name="connsiteY1-24" fmla="*/ 0 h 1599658"/>
              <a:gd name="connsiteX2-25" fmla="*/ 12202161 w 12202161"/>
              <a:gd name="connsiteY2-26" fmla="*/ 1599658 h 1599658"/>
              <a:gd name="connsiteX3-27" fmla="*/ 0 w 12202161"/>
              <a:gd name="connsiteY3-28" fmla="*/ 461043 h 1599658"/>
              <a:gd name="connsiteX4-29" fmla="*/ 10160 w 12202161"/>
              <a:gd name="connsiteY4-30" fmla="*/ 0 h 15996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2161" h="1599658">
                <a:moveTo>
                  <a:pt x="10160" y="0"/>
                </a:moveTo>
                <a:lnTo>
                  <a:pt x="12202161" y="0"/>
                </a:lnTo>
                <a:lnTo>
                  <a:pt x="12202161" y="1599658"/>
                </a:lnTo>
                <a:lnTo>
                  <a:pt x="0" y="461043"/>
                </a:lnTo>
                <a:lnTo>
                  <a:pt x="10160" y="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>
          <a:xfrm flipV="1">
            <a:off x="-1" y="-10556"/>
            <a:ext cx="5752619" cy="1599658"/>
          </a:xfrm>
          <a:prstGeom prst="triangle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2" cstate="email">
            <a:lum bright="100000" contrast="-40000"/>
          </a:blip>
          <a:stretch>
            <a:fillRect/>
          </a:stretch>
        </p:blipFill>
        <p:spPr>
          <a:xfrm>
            <a:off x="163132" y="101800"/>
            <a:ext cx="2772075" cy="7628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8543" y="1841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科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81832" y="182507"/>
            <a:ext cx="8216283" cy="759735"/>
          </a:xfrm>
          <a:solidFill>
            <a:srgbClr val="014099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ood" dir="t"/>
          </a:scene3d>
          <a:sp3d/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32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4B51F-5022-4B9A-B1DC-58E2D82F8E58}" type="datetimeFigureOut">
              <a:rPr lang="zh-CN" altLang="en-US" smtClean="0"/>
              <a:t>2024-12-17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BB207-5EAB-47C3-B719-5632B4BE83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mautobots/LONER" TargetMode="External"/><Relationship Id="rId2" Type="http://schemas.openxmlformats.org/officeDocument/2006/relationships/hyperlink" Target="https://arxiv.org/pdf/2309.04937v3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41120" y="2347930"/>
            <a:ext cx="10515600" cy="1296015"/>
          </a:xfrm>
        </p:spPr>
        <p:txBody>
          <a:bodyPr/>
          <a:lstStyle/>
          <a:p>
            <a:r>
              <a:rPr lang="en-US" altLang="zh-CN" sz="8000" b="1" i="0" u="none" strike="noStrike" baseline="0" dirty="0">
                <a:solidFill>
                  <a:srgbClr val="082E72"/>
                </a:solidFill>
                <a:latin typeface="黑体" panose="02010609060101010101" charset="-122"/>
                <a:ea typeface="黑体" panose="02010609060101010101" charset="-122"/>
              </a:rPr>
              <a:t>SI360 2024-Project</a:t>
            </a:r>
            <a:br>
              <a:rPr lang="en-US" altLang="zh-CN" sz="9600" b="1" dirty="0">
                <a:solidFill>
                  <a:srgbClr val="CC0066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E0103C19-ED90-F157-AFD2-0897C1545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0210" y="2995938"/>
            <a:ext cx="8343900" cy="119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/>
          <a:lstStyle>
            <a:lvl1pPr algn="ct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r" rtl="0" eaLnBrk="0" fontAlgn="base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基于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LiDAR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传感器数据实现的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SLAM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算法</a:t>
            </a:r>
            <a:endParaRPr kumimoji="0" lang="en-US" altLang="nl-NL" sz="32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1225FB30-08D8-6C7C-8A12-9513182DE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701028"/>
            <a:ext cx="65532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小组成员：佘成应  王奔</a:t>
            </a:r>
            <a:endParaRPr lang="it-IT" sz="24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523068-735F-2518-2B30-768CE0D6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9B59DF-E95D-EF90-2A54-9EA279C63223}"/>
              </a:ext>
            </a:extLst>
          </p:cNvPr>
          <p:cNvSpPr txBox="1"/>
          <p:nvPr/>
        </p:nvSpPr>
        <p:spPr>
          <a:xfrm>
            <a:off x="2077876" y="3322320"/>
            <a:ext cx="7651338" cy="2640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Paper Address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  <a:hlinkClick r:id="rId2"/>
              </a:rPr>
              <a:t>https://arxiv.org/pdf/2309.04937v3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Github</a:t>
            </a:r>
            <a:r>
              <a:rPr lang="zh-CN" altLang="en-US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  <a:hlinkClick r:id="rId3"/>
              </a:rPr>
              <a:t>https://github.com/umautobots/LONER</a:t>
            </a: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1400" i="1" dirty="0">
                <a:solidFill>
                  <a:srgbClr val="FF0000"/>
                </a:solidFill>
                <a:cs typeface="Times New Roman" panose="02020603050405020304" pitchFamily="18" charset="0"/>
              </a:rPr>
              <a:t>*Note: The open source code is written in Python and deployed using Docker. It needs to be modified and ported to the ROS2 platform by oneself</a:t>
            </a:r>
            <a:endParaRPr lang="en-US" altLang="zh-CN" sz="2000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90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Isaacson S, Kung P C, </a:t>
            </a:r>
            <a:r>
              <a:rPr lang="en-US" altLang="zh-CN" sz="2000" dirty="0" err="1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Ramanagopal</a:t>
            </a: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M, et al. Loner: Lidar only neural representations for real-time slam[J].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IEEE Robotics and Automation Letters</a:t>
            </a: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, 2023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000" i="1" dirty="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46FFE6-49BF-A378-BC22-9075543CE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27867"/>
            <a:ext cx="705221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B0B2-2E06-0F36-7166-3C7AAB46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5625F-7A91-959B-D505-41578FF9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 LONER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B2A724-1A88-D325-C71D-040FE906ACBC}"/>
              </a:ext>
            </a:extLst>
          </p:cNvPr>
          <p:cNvSpPr txBox="1"/>
          <p:nvPr/>
        </p:nvSpPr>
        <p:spPr>
          <a:xfrm>
            <a:off x="1284437" y="4347546"/>
            <a:ext cx="9623119" cy="13979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ts val="900"/>
              </a:spcAft>
              <a:buAutoNum type="arabicPeriod"/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 real-time LiDAR SLAM algorithm to use neural implicit scene representation. 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LONER uses LiDAR data to train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MLP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 for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real-time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 estimation of dense maps, while also estimating sensor trajectories.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900"/>
              </a:spcAft>
              <a:buAutoNum type="arabicPeriod"/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This article proposes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a new information theory loss function 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that takes into account the fact that different regions of the map may be learned to varying degrees throughout the entire online training process.</a:t>
            </a: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900"/>
              </a:spcAft>
              <a:defRPr/>
            </a:pP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3344E9-5D3C-4F0F-40AD-4FFA4E2CB7FA}"/>
              </a:ext>
            </a:extLst>
          </p:cNvPr>
          <p:cNvSpPr txBox="1"/>
          <p:nvPr/>
        </p:nvSpPr>
        <p:spPr>
          <a:xfrm>
            <a:off x="281833" y="1112520"/>
            <a:ext cx="4198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Technical Solution</a:t>
            </a:r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BBBE5D-2BD6-F0B2-F8B2-1D7F71B4A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16" y="1512630"/>
            <a:ext cx="10546963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6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4F72F-1C55-3172-A83D-71776650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 LONER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6927EC-A0F6-4103-AEC8-18C368D1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16" y="1244858"/>
            <a:ext cx="5638800" cy="37045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30E4577-3C46-4757-E954-DEE033DF9EC4}"/>
              </a:ext>
            </a:extLst>
          </p:cNvPr>
          <p:cNvSpPr txBox="1"/>
          <p:nvPr/>
        </p:nvSpPr>
        <p:spPr>
          <a:xfrm>
            <a:off x="1711007" y="4949419"/>
            <a:ext cx="9551353" cy="13979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900"/>
              </a:spcAft>
              <a:defRPr/>
            </a:pP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Let's first take a look at LONER's mapping </a:t>
            </a: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effect:The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 upper right corner is a Mesh map, with red representing trajectories, and other images being depth maps synthesized from new viewpoints. After training </a:t>
            </a: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NeRF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, LONER can render </a:t>
            </a:r>
            <a:r>
              <a:rPr lang="en-US" altLang="zh-CN" sz="2000" dirty="0" err="1">
                <a:solidFill>
                  <a:srgbClr val="1E355E"/>
                </a:solidFill>
                <a:cs typeface="Times New Roman" panose="02020603050405020304" pitchFamily="18" charset="0"/>
              </a:rPr>
              <a:t>NeRF</a:t>
            </a:r>
            <a:r>
              <a:rPr lang="en-US" altLang="zh-CN" sz="2000" dirty="0">
                <a:solidFill>
                  <a:srgbClr val="1E355E"/>
                </a:solidFill>
                <a:cs typeface="Times New Roman" panose="02020603050405020304" pitchFamily="18" charset="0"/>
              </a:rPr>
              <a:t> maps offline as Mesh and depth maps.</a:t>
            </a: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900"/>
              </a:spcAft>
              <a:defRPr/>
            </a:pPr>
            <a:endParaRPr lang="zh-CN" alt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srgbClr val="1E355E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483932-83FC-BE03-7698-4585075E6503}"/>
              </a:ext>
            </a:extLst>
          </p:cNvPr>
          <p:cNvSpPr txBox="1"/>
          <p:nvPr/>
        </p:nvSpPr>
        <p:spPr>
          <a:xfrm>
            <a:off x="281833" y="1112520"/>
            <a:ext cx="4198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Results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6167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60B74-7F05-4928-4CF6-A31016A5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CA6CE-E81F-80DD-6CA2-74C3C66D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 LONER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5055CF-D54A-74CF-90C5-67B2B5DAE251}"/>
              </a:ext>
            </a:extLst>
          </p:cNvPr>
          <p:cNvSpPr txBox="1"/>
          <p:nvPr/>
        </p:nvSpPr>
        <p:spPr>
          <a:xfrm>
            <a:off x="281833" y="1112520"/>
            <a:ext cx="4198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/>
              <a:t>Evalutaion</a:t>
            </a:r>
            <a:r>
              <a:rPr lang="en-US" altLang="zh-CN" sz="2000" b="1" dirty="0"/>
              <a:t> Results of LONER</a:t>
            </a:r>
            <a:endParaRPr lang="zh-CN" altLang="en-US" sz="20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B2F6EE-BAE1-89C2-8836-67D420F3A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944" y="1512630"/>
            <a:ext cx="6240176" cy="44504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B244B80-BA6E-011E-360D-5BA2A01D31B5}"/>
              </a:ext>
            </a:extLst>
          </p:cNvPr>
          <p:cNvSpPr txBox="1"/>
          <p:nvPr/>
        </p:nvSpPr>
        <p:spPr>
          <a:xfrm>
            <a:off x="3741668" y="5825582"/>
            <a:ext cx="4198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Quantitative evaluation of map reconstruction performance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08950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F3D3-A581-06DE-2DDC-E0B4CE14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EC362-AF4D-8D0E-60BD-4A60482C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 LONER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F2F3FC-A342-DED5-CCDE-E71340DE2FFD}"/>
              </a:ext>
            </a:extLst>
          </p:cNvPr>
          <p:cNvSpPr txBox="1"/>
          <p:nvPr/>
        </p:nvSpPr>
        <p:spPr>
          <a:xfrm>
            <a:off x="281833" y="1112520"/>
            <a:ext cx="4198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/>
              <a:t>Evalutaion</a:t>
            </a:r>
            <a:r>
              <a:rPr lang="en-US" altLang="zh-CN" sz="2000" b="1" dirty="0"/>
              <a:t> Results of LONER</a:t>
            </a:r>
            <a:endParaRPr lang="zh-CN" altLang="en-US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98B98A-EC0E-99BF-A456-AC2D996793AC}"/>
              </a:ext>
            </a:extLst>
          </p:cNvPr>
          <p:cNvSpPr txBox="1"/>
          <p:nvPr/>
        </p:nvSpPr>
        <p:spPr>
          <a:xfrm>
            <a:off x="3996636" y="5737292"/>
            <a:ext cx="4198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Qualitative evaluation of mapping</a:t>
            </a:r>
            <a:endParaRPr lang="zh-CN" altLang="en-US" sz="2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C9290F-17CF-6A8A-2C5D-7D9B2A121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69" y="1870541"/>
            <a:ext cx="9710360" cy="364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CBBA-0AE6-1869-8FCC-45C3EB57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AA9D2-1B0F-E6C1-A225-AA6E2665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9A0FB2-7426-44F0-657C-A45588A33B34}"/>
              </a:ext>
            </a:extLst>
          </p:cNvPr>
          <p:cNvSpPr txBox="1"/>
          <p:nvPr/>
        </p:nvSpPr>
        <p:spPr>
          <a:xfrm>
            <a:off x="960120" y="1551563"/>
            <a:ext cx="10911840" cy="465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VPE-SLAM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2024 IEEE International Conference on Robotics and Automation (ICRA</a:t>
            </a:r>
            <a:r>
              <a:rPr lang="en-US" altLang="zh-CN" sz="2000" b="1" dirty="0"/>
              <a:t>)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Advantages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High-precision</a:t>
            </a:r>
            <a:r>
              <a:rPr lang="en-US" altLang="zh-CN" sz="2000" b="1" dirty="0"/>
              <a:t>. This paper proposes a new method to generate high-quality reconstruction results for indoor scenes, which addresses the issue of geometric distortion in </a:t>
            </a:r>
            <a:r>
              <a:rPr lang="en-US" altLang="zh-CN" sz="2000" b="1" dirty="0" err="1"/>
              <a:t>NeRF</a:t>
            </a:r>
            <a:r>
              <a:rPr lang="en-US" altLang="zh-CN" sz="2000" b="1" dirty="0"/>
              <a:t> during scene reconstruction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Reference: Apply the method in the current paper to improve the </a:t>
            </a:r>
            <a:r>
              <a:rPr lang="en-US" altLang="zh-CN" sz="2000" b="1" dirty="0" err="1"/>
              <a:t>NeRF</a:t>
            </a:r>
            <a:r>
              <a:rPr lang="en-US" altLang="zh-CN" sz="2000" b="1" dirty="0"/>
              <a:t> point cloud reconstruction method in LONER and enhance the accuracy of outdoor scene reconstruction; Applying </a:t>
            </a:r>
            <a:r>
              <a:rPr lang="en-US" altLang="zh-CN" sz="2000" b="1" dirty="0">
                <a:solidFill>
                  <a:srgbClr val="FF0000"/>
                </a:solidFill>
              </a:rPr>
              <a:t>Voxelization </a:t>
            </a:r>
            <a:r>
              <a:rPr lang="en-US" altLang="zh-CN" sz="2000" b="1" dirty="0" err="1">
                <a:solidFill>
                  <a:srgbClr val="FF0000"/>
                </a:solidFill>
              </a:rPr>
              <a:t>Voxelization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to Reduce Computational Complexity</a:t>
            </a:r>
          </a:p>
          <a:p>
            <a:endParaRPr lang="en-US" altLang="zh-CN" sz="2000" b="1" dirty="0"/>
          </a:p>
          <a:p>
            <a:pPr>
              <a:lnSpc>
                <a:spcPts val="1425"/>
              </a:lnSpc>
            </a:pPr>
            <a:r>
              <a:rPr lang="en-US" altLang="zh-CN" sz="2000" b="1" dirty="0"/>
              <a:t>Link: https://ieeexplore.ieee.org/document/10610865/</a:t>
            </a:r>
          </a:p>
          <a:p>
            <a:pPr>
              <a:lnSpc>
                <a:spcPts val="1425"/>
              </a:lnSpc>
            </a:pPr>
            <a:br>
              <a:rPr lang="en-US" altLang="zh-CN" sz="2000" b="1" dirty="0"/>
            </a:br>
            <a:endParaRPr lang="en-US" altLang="zh-CN" sz="2000" b="1" dirty="0"/>
          </a:p>
          <a:p>
            <a:pPr>
              <a:lnSpc>
                <a:spcPts val="1425"/>
              </a:lnSpc>
            </a:pPr>
            <a:r>
              <a:rPr lang="en-US" altLang="zh-CN" sz="2000" b="1" dirty="0" err="1"/>
              <a:t>Github</a:t>
            </a:r>
            <a:r>
              <a:rPr lang="en-US" altLang="zh-CN" sz="2000" b="1" dirty="0"/>
              <a:t>:[https://github.com/NeuCV-IRMI/VPE-SLAM]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Not open sourced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>
              <a:lnSpc>
                <a:spcPts val="1425"/>
              </a:lnSpc>
            </a:pPr>
            <a:endParaRPr lang="en-US" altLang="zh-CN" sz="20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07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2645-E334-BC68-EE9A-D39C3B83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F9E5E-4429-C453-D7F7-0EABE0B8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183BE5-5510-BCE0-6C7E-705D60F411EE}"/>
              </a:ext>
            </a:extLst>
          </p:cNvPr>
          <p:cNvSpPr txBox="1"/>
          <p:nvPr/>
        </p:nvSpPr>
        <p:spPr>
          <a:xfrm>
            <a:off x="640080" y="1383923"/>
            <a:ext cx="11033760" cy="4037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/>
              <a:t>Degenrate</a:t>
            </a:r>
            <a:r>
              <a:rPr lang="en-US" altLang="zh-CN" sz="2000" b="1" dirty="0"/>
              <a:t> Detection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2024 IEEE International Conference on Robotics and Automation (ICRA</a:t>
            </a:r>
            <a:r>
              <a:rPr lang="en-US" altLang="zh-CN" sz="2000" b="1" dirty="0"/>
              <a:t>)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Advantages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High precision and good robustness. </a:t>
            </a:r>
            <a:r>
              <a:rPr lang="en-US" altLang="zh-CN" sz="2000" b="1" dirty="0"/>
              <a:t>Can provide better reconstruction results in special scenarios such as corridors and tunnels</a:t>
            </a:r>
          </a:p>
          <a:p>
            <a:endParaRPr lang="en-US" altLang="zh-CN" sz="2000" b="1" dirty="0"/>
          </a:p>
          <a:p>
            <a:r>
              <a:rPr lang="en-US" altLang="zh-CN" sz="2000" b="1" dirty="0" err="1"/>
              <a:t>Reference:Apply</a:t>
            </a:r>
            <a:r>
              <a:rPr lang="en-US" altLang="zh-CN" sz="2000" b="1" dirty="0"/>
              <a:t> the local geometric model proposed in the paper to LONER and test the actual accuracy improvement</a:t>
            </a:r>
          </a:p>
          <a:p>
            <a:endParaRPr lang="en-US" altLang="zh-CN" sz="2000" b="1" dirty="0"/>
          </a:p>
          <a:p>
            <a:pPr>
              <a:lnSpc>
                <a:spcPts val="1425"/>
              </a:lnSpc>
            </a:pPr>
            <a:r>
              <a:rPr lang="en-US" altLang="zh-CN" sz="2000" b="1" dirty="0" err="1"/>
              <a:t>Link:https</a:t>
            </a:r>
            <a:r>
              <a:rPr lang="en-US" altLang="zh-CN" sz="2000" b="1" dirty="0"/>
              <a:t>://ieeexplore.ieee.org/document/10610340/</a:t>
            </a:r>
          </a:p>
          <a:p>
            <a:pPr>
              <a:lnSpc>
                <a:spcPts val="1425"/>
              </a:lnSpc>
            </a:pPr>
            <a:br>
              <a:rPr lang="en-US" altLang="zh-CN" sz="2000" b="1" dirty="0"/>
            </a:br>
            <a:endParaRPr lang="en-US" altLang="zh-CN" sz="2000" b="1" dirty="0"/>
          </a:p>
          <a:p>
            <a:pPr>
              <a:lnSpc>
                <a:spcPts val="1425"/>
              </a:lnSpc>
            </a:pPr>
            <a:r>
              <a:rPr lang="en-US" altLang="zh-CN" sz="2000" b="1" dirty="0" err="1"/>
              <a:t>Github:https</a:t>
            </a:r>
            <a:r>
              <a:rPr lang="en-US" altLang="zh-CN" sz="2000" b="1" dirty="0"/>
              <a:t>://github.com/</a:t>
            </a:r>
            <a:r>
              <a:rPr lang="en-US" altLang="zh-CN" sz="2000" b="1" dirty="0" err="1"/>
              <a:t>jisehua</a:t>
            </a:r>
            <a:r>
              <a:rPr lang="en-US" altLang="zh-CN" sz="2000" b="1" dirty="0"/>
              <a:t>/Degenerate-Detection(Available)</a:t>
            </a:r>
          </a:p>
          <a:p>
            <a:pPr>
              <a:lnSpc>
                <a:spcPts val="1425"/>
              </a:lnSpc>
            </a:pPr>
            <a:endParaRPr lang="en-US" altLang="zh-CN" sz="20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4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4A98-0A1D-4FA4-927C-381D1158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C852A-2549-3CF6-5858-9A1F27E8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F43BBB-D78D-2B79-CC45-672069A25E67}"/>
              </a:ext>
            </a:extLst>
          </p:cNvPr>
          <p:cNvSpPr txBox="1"/>
          <p:nvPr/>
        </p:nvSpPr>
        <p:spPr>
          <a:xfrm>
            <a:off x="640080" y="1383923"/>
            <a:ext cx="11033760" cy="4267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2000" b="1" dirty="0"/>
              <a:t>FAST-LIO2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IEEE Transactions on Robotics</a:t>
            </a:r>
          </a:p>
          <a:p>
            <a:endParaRPr lang="en-US" altLang="zh-CN" sz="2000" b="1" dirty="0"/>
          </a:p>
          <a:p>
            <a:r>
              <a:rPr lang="en-US" altLang="zh-CN" sz="2000" b="1" dirty="0"/>
              <a:t>Advantages</a:t>
            </a:r>
            <a:r>
              <a:rPr lang="zh-CN" altLang="en-US" sz="2000" b="1" dirty="0"/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Fast speed. </a:t>
            </a:r>
            <a:r>
              <a:rPr lang="en-US" altLang="zh-CN" sz="2000" b="1" dirty="0"/>
              <a:t>In the case of a large amount of LiDAR data, FAST-LIO2 can quickly complete SLAM without waiting for all LiDAR data to be received, thus saving time.</a:t>
            </a:r>
          </a:p>
          <a:p>
            <a:endParaRPr lang="en-US" altLang="zh-CN" sz="2000" b="1" dirty="0"/>
          </a:p>
          <a:p>
            <a:r>
              <a:rPr lang="en-US" altLang="zh-CN" sz="2000" b="1" dirty="0" err="1"/>
              <a:t>Reference:Applying</a:t>
            </a:r>
            <a:r>
              <a:rPr lang="en-US" altLang="zh-CN" sz="2000" b="1" dirty="0"/>
              <a:t> the </a:t>
            </a:r>
            <a:r>
              <a:rPr lang="en-US" altLang="zh-CN" sz="2000" b="1" dirty="0" err="1">
                <a:solidFill>
                  <a:srgbClr val="FF0000"/>
                </a:solidFill>
              </a:rPr>
              <a:t>ikd</a:t>
            </a:r>
            <a:r>
              <a:rPr lang="en-US" altLang="zh-CN" sz="2000" b="1" dirty="0">
                <a:solidFill>
                  <a:srgbClr val="FF0000"/>
                </a:solidFill>
              </a:rPr>
              <a:t> Tree </a:t>
            </a:r>
            <a:r>
              <a:rPr lang="en-US" altLang="zh-CN" sz="2000" b="1" dirty="0"/>
              <a:t>proposed in the paper to </a:t>
            </a:r>
            <a:r>
              <a:rPr lang="en-US" altLang="zh-CN" sz="2000" b="1" dirty="0">
                <a:solidFill>
                  <a:srgbClr val="FF0000"/>
                </a:solidFill>
              </a:rPr>
              <a:t>optimize the SLAM front-end algorithm in LONER and accelerate processing speed</a:t>
            </a:r>
          </a:p>
          <a:p>
            <a:endParaRPr lang="en-US" altLang="zh-CN" sz="2000" b="1" dirty="0"/>
          </a:p>
          <a:p>
            <a:pPr>
              <a:lnSpc>
                <a:spcPts val="1425"/>
              </a:lnSpc>
            </a:pPr>
            <a:r>
              <a:rPr lang="en-US" altLang="zh-CN" sz="2000" b="1" dirty="0" err="1"/>
              <a:t>Link:https</a:t>
            </a:r>
            <a:r>
              <a:rPr lang="en-US" altLang="zh-CN" sz="2000" b="1" dirty="0"/>
              <a:t>://ieeexplore.ieee.org/document/9697912</a:t>
            </a:r>
          </a:p>
          <a:p>
            <a:pPr>
              <a:lnSpc>
                <a:spcPts val="1425"/>
              </a:lnSpc>
            </a:pPr>
            <a:br>
              <a:rPr lang="en-US" altLang="zh-CN" sz="2000" b="1" dirty="0"/>
            </a:br>
            <a:endParaRPr lang="en-US" altLang="zh-CN" sz="2000" b="1" dirty="0"/>
          </a:p>
          <a:p>
            <a:pPr>
              <a:lnSpc>
                <a:spcPts val="1425"/>
              </a:lnSpc>
            </a:pPr>
            <a:r>
              <a:rPr lang="en-US" altLang="zh-CN" sz="2000" b="1" dirty="0" err="1"/>
              <a:t>Github:https</a:t>
            </a:r>
            <a:r>
              <a:rPr lang="en-US" altLang="zh-CN" sz="2000" b="1" dirty="0"/>
              <a:t>://github.com/</a:t>
            </a:r>
            <a:r>
              <a:rPr lang="en-US" altLang="zh-CN" sz="2000" b="1" dirty="0" err="1"/>
              <a:t>hku</a:t>
            </a:r>
            <a:r>
              <a:rPr lang="en-US" altLang="zh-CN" sz="2000" b="1" dirty="0"/>
              <a:t>-mars/FAST_LIO(Available)</a:t>
            </a:r>
          </a:p>
          <a:p>
            <a:pPr>
              <a:lnSpc>
                <a:spcPts val="1425"/>
              </a:lnSpc>
            </a:pPr>
            <a:b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altLang="zh-CN" sz="20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570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4951-A6BD-8E2F-7D37-4B4AAA03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F210B-BA9C-F71D-D3A4-4D7F8246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 target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F071BD-ED54-554F-E507-E904B1AF4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" y="2472750"/>
            <a:ext cx="10546963" cy="286512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C922DA6-4256-5CD5-C18A-2F08946FDFC8}"/>
              </a:ext>
            </a:extLst>
          </p:cNvPr>
          <p:cNvSpPr/>
          <p:nvPr/>
        </p:nvSpPr>
        <p:spPr>
          <a:xfrm>
            <a:off x="8498116" y="1472145"/>
            <a:ext cx="164592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VPE-SLAM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B3AC24FC-34C0-8901-2600-6F48261BDEB1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8822708" y="2580112"/>
            <a:ext cx="996738" cy="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22D57657-2028-1CB0-AF13-E3DD19996672}"/>
              </a:ext>
            </a:extLst>
          </p:cNvPr>
          <p:cNvSpPr/>
          <p:nvPr/>
        </p:nvSpPr>
        <p:spPr>
          <a:xfrm>
            <a:off x="8007312" y="5728875"/>
            <a:ext cx="262752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Degenerate Detection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2C64A0B-FB71-247B-7EA5-E771BC9AA05E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9321075" y="5074920"/>
            <a:ext cx="0" cy="653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AD67B47-690A-AA75-1361-B0F8A3E40198}"/>
              </a:ext>
            </a:extLst>
          </p:cNvPr>
          <p:cNvSpPr/>
          <p:nvPr/>
        </p:nvSpPr>
        <p:spPr>
          <a:xfrm>
            <a:off x="3239873" y="5728875"/>
            <a:ext cx="262752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FAST-LIO2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8D78F76-D15C-AD0D-A459-E23FED19B121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4541520" y="5122005"/>
            <a:ext cx="12116" cy="606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85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hanghaiTech">
      <a:dk1>
        <a:sysClr val="windowText" lastClr="000000"/>
      </a:dk1>
      <a:lt1>
        <a:sysClr val="window" lastClr="FFFFFF"/>
      </a:lt1>
      <a:dk2>
        <a:srgbClr val="A40006"/>
      </a:dk2>
      <a:lt2>
        <a:srgbClr val="E7E6E6"/>
      </a:lt2>
      <a:accent1>
        <a:srgbClr val="004098"/>
      </a:accent1>
      <a:accent2>
        <a:srgbClr val="009944"/>
      </a:accent2>
      <a:accent3>
        <a:srgbClr val="F39800"/>
      </a:accent3>
      <a:accent4>
        <a:srgbClr val="7E3C93"/>
      </a:accent4>
      <a:accent5>
        <a:srgbClr val="269BC1"/>
      </a:accent5>
      <a:accent6>
        <a:srgbClr val="A40006"/>
      </a:accent6>
      <a:hlink>
        <a:srgbClr val="A40006"/>
      </a:hlink>
      <a:folHlink>
        <a:srgbClr val="A4000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553</Words>
  <Application>Microsoft Office PowerPoint</Application>
  <PresentationFormat>宽屏</PresentationFormat>
  <Paragraphs>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黑体</vt:lpstr>
      <vt:lpstr>微软雅黑</vt:lpstr>
      <vt:lpstr>Arial</vt:lpstr>
      <vt:lpstr>Consolas</vt:lpstr>
      <vt:lpstr>Times New Roman</vt:lpstr>
      <vt:lpstr>Office 主题​​</vt:lpstr>
      <vt:lpstr>SI360 2024-Project </vt:lpstr>
      <vt:lpstr>Baseline</vt:lpstr>
      <vt:lpstr>Overview of LONER</vt:lpstr>
      <vt:lpstr>Overview of LONER</vt:lpstr>
      <vt:lpstr>Overview of LONER</vt:lpstr>
      <vt:lpstr>Overview of LONER</vt:lpstr>
      <vt:lpstr>Literature Review</vt:lpstr>
      <vt:lpstr>Literature Review</vt:lpstr>
      <vt:lpstr>Literature Review</vt:lpstr>
      <vt:lpstr>Our 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George Yao;Jiahe Shi</dc:creator>
  <cp:lastModifiedBy>奔 王</cp:lastModifiedBy>
  <cp:revision>105</cp:revision>
  <dcterms:created xsi:type="dcterms:W3CDTF">2019-02-23T16:09:00Z</dcterms:created>
  <dcterms:modified xsi:type="dcterms:W3CDTF">2024-12-17T10:23:57Z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80B76266CAF048D0B180BD7250798C20</vt:lpwstr>
  </property>
</Properties>
</file>